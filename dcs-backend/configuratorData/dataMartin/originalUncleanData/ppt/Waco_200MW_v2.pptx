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52.xml" ContentType="application/vnd.openxmlformats-officedocument.presentationml.tags+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4"/>
  </p:sldMasterIdLst>
  <p:notesMasterIdLst>
    <p:notesMasterId r:id="rId13"/>
  </p:notesMasterIdLst>
  <p:handoutMasterIdLst>
    <p:handoutMasterId r:id="rId14"/>
  </p:handoutMasterIdLst>
  <p:sldIdLst>
    <p:sldId id="351" r:id="rId5"/>
    <p:sldId id="2147472083" r:id="rId6"/>
    <p:sldId id="2147472058" r:id="rId7"/>
    <p:sldId id="256" r:id="rId8"/>
    <p:sldId id="2147472082" r:id="rId9"/>
    <p:sldId id="2147472067" r:id="rId10"/>
    <p:sldId id="2147472068" r:id="rId11"/>
    <p:sldId id="2147472084" r:id="rId12"/>
  </p:sldIdLst>
  <p:sldSz cx="12192000" cy="6858000"/>
  <p:notesSz cx="6858000" cy="9144000"/>
  <p:embeddedFontLst>
    <p:embeddedFont>
      <p:font typeface="Inter" panose="020B0604020202020204" charset="0"/>
      <p:regular r:id="rId15"/>
      <p:bold r:id="rId16"/>
      <p:italic r:id="rId17"/>
      <p:boldItalic r:id="rId18"/>
    </p:embeddedFont>
    <p:embeddedFont>
      <p:font typeface="Inter Semi Bold" panose="020B0604020202020204" charset="0"/>
      <p:regular r:id="rId19"/>
      <p:bold r:id="rId20"/>
      <p:italic r:id="rId21"/>
      <p:boldItalic r:id="rId22"/>
    </p:embeddedFont>
    <p:embeddedFont>
      <p:font typeface="Sons Condensed Extrabold" panose="020B0604020202020204" charset="0"/>
      <p:bold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Slides" id="{CC2F8DD9-86A2-D245-808A-F23696EC8744}">
          <p14:sldIdLst>
            <p14:sldId id="351"/>
          </p14:sldIdLst>
        </p14:section>
        <p14:section name="Legal" id="{2B4CDE84-4FEF-49C5-A730-E2A84617BB83}">
          <p14:sldIdLst>
            <p14:sldId id="2147472083"/>
            <p14:sldId id="2147472058"/>
          </p14:sldIdLst>
        </p14:section>
        <p14:section name="Content Slides" id="{67D44C2D-CD61-D744-966E-F4C21F631564}">
          <p14:sldIdLst>
            <p14:sldId id="256"/>
            <p14:sldId id="2147472082"/>
            <p14:sldId id="2147472067"/>
            <p14:sldId id="2147472068"/>
            <p14:sldId id="2147472084"/>
          </p14:sldIdLst>
        </p14:section>
        <p14:section name="Divider Slides" id="{2577A663-DEE1-8D48-850A-0C7A7A1F1071}">
          <p14:sldIdLst/>
        </p14:section>
        <p14:section name="Table Slides" id="{109F7CEC-8528-0F49-BEB0-1DA664114510}">
          <p14:sldIdLst/>
        </p14:section>
        <p14:section name="Specialty Slides" id="{67F3D631-EB38-E245-9B3A-D7D8E008CFDB}">
          <p14:sldIdLst/>
        </p14:section>
        <p14:section name="Purpose Slide" id="{53401DC8-F997-4DB3-8474-5A99E5128534}">
          <p14:sldIdLst/>
        </p14:section>
        <p14:section name="Mission Slide" id="{00DD712F-DB05-AB4E-B5C6-BC77EA7419D8}">
          <p14:sldIdLst/>
        </p14:section>
        <p14:section name="Misc." id="{5843C9B3-F81F-9C42-91CE-6D74C37DC76A}">
          <p14:sldIdLst/>
        </p14:section>
        <p14:section name="Icons" id="{82F0B7C5-C48E-44AB-A3FF-B03432481F01}">
          <p14:sldIdLst/>
        </p14:section>
        <p14:section name="Logo Slide" id="{3489D8E1-6975-F243-81E4-8ACCC76565F8}">
          <p14:sldIdLst/>
        </p14:section>
      </p14:sectionLst>
    </p:ext>
    <p:ext uri="{EFAFB233-063F-42B5-8137-9DF3F51BA10A}">
      <p15:sldGuideLst xmlns:p15="http://schemas.microsoft.com/office/powerpoint/2012/main">
        <p15:guide id="1" orient="horz" pos="2256" userDrawn="1">
          <p15:clr>
            <a:srgbClr val="A4A3A4"/>
          </p15:clr>
        </p15:guide>
        <p15:guide id="2" pos="3696" userDrawn="1">
          <p15:clr>
            <a:srgbClr val="A4A3A4"/>
          </p15:clr>
        </p15:guide>
      </p15:sldGuideLst>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58A8A"/>
    <a:srgbClr val="439297"/>
    <a:srgbClr val="C7DBDB"/>
    <a:srgbClr val="96BDBD"/>
    <a:srgbClr val="212121"/>
    <a:srgbClr val="58984B"/>
    <a:srgbClr val="BFA682"/>
    <a:srgbClr val="8F7D62"/>
    <a:srgbClr val="438989"/>
    <a:srgbClr val="97BCBC"/>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859" autoAdjust="0"/>
  </p:normalViewPr>
  <p:slideViewPr>
    <p:cSldViewPr snapToGrid="0" snapToObjects="1" showGuides="1">
      <p:cViewPr varScale="1">
        <p:scale>
          <a:sx n="107" d="100"/>
          <a:sy n="107" d="100"/>
        </p:scale>
        <p:origin x="672" y="102"/>
      </p:cViewPr>
      <p:guideLst>
        <p:guide orient="horz" pos="2256"/>
        <p:guide pos="3696"/>
      </p:guideLst>
    </p:cSldViewPr>
  </p:slideViewPr>
  <p:outlineViewPr>
    <p:cViewPr>
      <p:scale>
        <a:sx n="33" d="100"/>
        <a:sy n="33" d="100"/>
      </p:scale>
      <p:origin x="0" y="0"/>
    </p:cViewPr>
  </p:outlineViewPr>
  <p:notesTextViewPr>
    <p:cViewPr>
      <p:scale>
        <a:sx n="3" d="2"/>
        <a:sy n="3" d="2"/>
      </p:scale>
      <p:origin x="0" y="0"/>
    </p:cViewPr>
  </p:notesTextViewPr>
  <p:sorterViewPr>
    <p:cViewPr varScale="1">
      <p:scale>
        <a:sx n="1" d="1"/>
        <a:sy n="1" d="1"/>
      </p:scale>
      <p:origin x="0" y="0"/>
    </p:cViewPr>
  </p:sorterViewPr>
  <p:notesViewPr>
    <p:cSldViewPr snapToGrid="0" snapToObjects="1" showGuides="1">
      <p:cViewPr varScale="1">
        <p:scale>
          <a:sx n="71" d="100"/>
          <a:sy n="71" d="100"/>
        </p:scale>
        <p:origin x="2952" y="43"/>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openxmlformats.org/officeDocument/2006/relationships/font" Target="fonts/font4.fntdata"/><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font" Target="fonts/font7.fntdata"/><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font" Target="fonts/font3.fntdata"/><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font" Target="fonts/font2.fntdata"/><Relationship Id="rId20" Type="http://schemas.openxmlformats.org/officeDocument/2006/relationships/font" Target="fonts/font6.fnt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font" Target="fonts/font1.fntdata"/><Relationship Id="rId23" Type="http://schemas.openxmlformats.org/officeDocument/2006/relationships/font" Target="fonts/font9.fntdata"/><Relationship Id="rId28"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font" Target="fonts/font5.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handoutMaster" Target="handoutMasters/handoutMaster1.xml"/><Relationship Id="rId22" Type="http://schemas.openxmlformats.org/officeDocument/2006/relationships/font" Target="fonts/font8.fntdata"/><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an, Martin (GE Vernova)" userId="1c4640ab-b0a4-47a9-9e0b-70c9c3c142e6" providerId="ADAL" clId="{688BD677-7841-4CC7-AFE2-CB0F88304D9A}"/>
    <pc:docChg chg="modSld">
      <pc:chgData name="Yan, Martin (GE Vernova)" userId="1c4640ab-b0a4-47a9-9e0b-70c9c3c142e6" providerId="ADAL" clId="{688BD677-7841-4CC7-AFE2-CB0F88304D9A}" dt="2026-10-16T19:53:50.879" v="23" actId="1076"/>
      <pc:docMkLst>
        <pc:docMk/>
      </pc:docMkLst>
      <pc:sldChg chg="modSp mod">
        <pc:chgData name="Yan, Martin (GE Vernova)" userId="1c4640ab-b0a4-47a9-9e0b-70c9c3c142e6" providerId="ADAL" clId="{688BD677-7841-4CC7-AFE2-CB0F88304D9A}" dt="2026-10-16T19:53:50.879" v="23" actId="1076"/>
        <pc:sldMkLst>
          <pc:docMk/>
          <pc:sldMk cId="24814643" sldId="256"/>
        </pc:sldMkLst>
        <pc:spChg chg="mod">
          <ac:chgData name="Yan, Martin (GE Vernova)" userId="1c4640ab-b0a4-47a9-9e0b-70c9c3c142e6" providerId="ADAL" clId="{688BD677-7841-4CC7-AFE2-CB0F88304D9A}" dt="2026-10-16T19:53:50.879" v="23" actId="1076"/>
          <ac:spMkLst>
            <pc:docMk/>
            <pc:sldMk cId="24814643" sldId="256"/>
            <ac:spMk id="11" creationId="{13720A4C-A538-7D1F-E7A1-E2093159FD0A}"/>
          </ac:spMkLst>
        </pc:spChg>
        <pc:spChg chg="mod">
          <ac:chgData name="Yan, Martin (GE Vernova)" userId="1c4640ab-b0a4-47a9-9e0b-70c9c3c142e6" providerId="ADAL" clId="{688BD677-7841-4CC7-AFE2-CB0F88304D9A}" dt="2026-10-16T19:53:43.039" v="21" actId="20577"/>
          <ac:spMkLst>
            <pc:docMk/>
            <pc:sldMk cId="24814643" sldId="256"/>
            <ac:spMk id="15" creationId="{61766478-DCF2-7ADD-A6B1-F69FC3F485C3}"/>
          </ac:spMkLst>
        </pc:spChg>
      </pc:sldChg>
      <pc:sldChg chg="modSp mod">
        <pc:chgData name="Yan, Martin (GE Vernova)" userId="1c4640ab-b0a4-47a9-9e0b-70c9c3c142e6" providerId="ADAL" clId="{688BD677-7841-4CC7-AFE2-CB0F88304D9A}" dt="2026-10-16T19:51:41.167" v="0" actId="13926"/>
        <pc:sldMkLst>
          <pc:docMk/>
          <pc:sldMk cId="3226256013" sldId="2147472084"/>
        </pc:sldMkLst>
        <pc:spChg chg="mod">
          <ac:chgData name="Yan, Martin (GE Vernova)" userId="1c4640ab-b0a4-47a9-9e0b-70c9c3c142e6" providerId="ADAL" clId="{688BD677-7841-4CC7-AFE2-CB0F88304D9A}" dt="2026-10-16T19:51:41.167" v="0" actId="13926"/>
          <ac:spMkLst>
            <pc:docMk/>
            <pc:sldMk cId="3226256013" sldId="2147472084"/>
            <ac:spMk id="5" creationId="{C317AF21-67D5-ACF8-98CB-0F07B5AB7AB9}"/>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6BFB6B6-4E7A-A445-A373-70EB82AD093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latin typeface="Inter" panose="02000503000000020004" pitchFamily="2" charset="0"/>
              <a:cs typeface="Arial" panose="020B0604020202020204" pitchFamily="34" charset="0"/>
            </a:endParaRPr>
          </a:p>
        </p:txBody>
      </p:sp>
      <p:sp>
        <p:nvSpPr>
          <p:cNvPr id="3" name="Date Placeholder 2">
            <a:extLst>
              <a:ext uri="{FF2B5EF4-FFF2-40B4-BE49-F238E27FC236}">
                <a16:creationId xmlns:a16="http://schemas.microsoft.com/office/drawing/2014/main" id="{2E9532A8-4888-A64E-B2D1-7642670E089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D945F3F-4280-4241-A55C-C635F11CFA20}" type="datetimeFigureOut">
              <a:rPr lang="en-US">
                <a:latin typeface="Inter" panose="02000503000000020004" pitchFamily="2" charset="0"/>
                <a:cs typeface="Arial" panose="020B0604020202020204" pitchFamily="34" charset="0"/>
              </a:rPr>
              <a:t>10/16/2026</a:t>
            </a:fld>
            <a:endParaRPr lang="en-US" dirty="0">
              <a:latin typeface="Inter" panose="02000503000000020004" pitchFamily="2" charset="0"/>
              <a:cs typeface="Arial" panose="020B0604020202020204" pitchFamily="34" charset="0"/>
            </a:endParaRPr>
          </a:p>
        </p:txBody>
      </p:sp>
      <p:sp>
        <p:nvSpPr>
          <p:cNvPr id="4" name="Footer Placeholder 3">
            <a:extLst>
              <a:ext uri="{FF2B5EF4-FFF2-40B4-BE49-F238E27FC236}">
                <a16:creationId xmlns:a16="http://schemas.microsoft.com/office/drawing/2014/main" id="{832E0019-9C88-8740-9DC7-43CA22CBDDF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latin typeface="Inter" panose="02000503000000020004" pitchFamily="2" charset="0"/>
              <a:cs typeface="Arial" panose="020B0604020202020204" pitchFamily="34" charset="0"/>
            </a:endParaRPr>
          </a:p>
        </p:txBody>
      </p:sp>
      <p:sp>
        <p:nvSpPr>
          <p:cNvPr id="5" name="Slide Number Placeholder 4">
            <a:extLst>
              <a:ext uri="{FF2B5EF4-FFF2-40B4-BE49-F238E27FC236}">
                <a16:creationId xmlns:a16="http://schemas.microsoft.com/office/drawing/2014/main" id="{ADAA7054-C658-7843-B285-432D0AAA0C2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257917D-67DC-8946-9800-8E4AAAAFFC67}" type="slidenum">
              <a:rPr lang="en-US">
                <a:latin typeface="Inter" panose="02000503000000020004" pitchFamily="2" charset="0"/>
                <a:cs typeface="Arial" panose="020B0604020202020204" pitchFamily="34" charset="0"/>
              </a:rPr>
              <a:t>‹#›</a:t>
            </a:fld>
            <a:endParaRPr lang="en-US" dirty="0">
              <a:latin typeface="Inter" panose="02000503000000020004" pitchFamily="2" charset="0"/>
              <a:cs typeface="Arial" panose="020B0604020202020204" pitchFamily="34" charset="0"/>
            </a:endParaRPr>
          </a:p>
        </p:txBody>
      </p:sp>
    </p:spTree>
    <p:extLst>
      <p:ext uri="{BB962C8B-B14F-4D97-AF65-F5344CB8AC3E}">
        <p14:creationId xmlns:p14="http://schemas.microsoft.com/office/powerpoint/2010/main" val="206661557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Inter" panose="02000503000000020004" pitchFamily="2" charset="0"/>
              </a:defRPr>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Inter" panose="02000503000000020004" pitchFamily="2" charset="0"/>
              </a:defRPr>
            </a:lvl1pPr>
          </a:lstStyle>
          <a:p>
            <a:fld id="{FAC1BD85-E95E-8D4A-AD03-7D116C880F45}" type="datetimeFigureOut">
              <a:rPr lang="en-US" smtClean="0"/>
              <a:pPr/>
              <a:t>10/16/2026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0" tIns="0" rIns="0" bIns="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Inter" panose="02000503000000020004" pitchFamily="2" charset="0"/>
              </a:defRPr>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Inter" panose="02000503000000020004" pitchFamily="2" charset="0"/>
              </a:defRPr>
            </a:lvl1pPr>
          </a:lstStyle>
          <a:p>
            <a:fld id="{F4BFF387-9D57-4C4A-857D-AC6507407006}" type="slidenum">
              <a:rPr lang="en-US" smtClean="0"/>
              <a:pPr/>
              <a:t>‹#›</a:t>
            </a:fld>
            <a:endParaRPr lang="en-US" dirty="0"/>
          </a:p>
        </p:txBody>
      </p:sp>
    </p:spTree>
    <p:extLst>
      <p:ext uri="{BB962C8B-B14F-4D97-AF65-F5344CB8AC3E}">
        <p14:creationId xmlns:p14="http://schemas.microsoft.com/office/powerpoint/2010/main" val="2170517793"/>
      </p:ext>
    </p:extLst>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Inter" panose="02000503000000020004" pitchFamily="2" charset="0"/>
        <a:ea typeface="+mn-ea"/>
        <a:cs typeface="+mn-cs"/>
      </a:defRPr>
    </a:lvl1pPr>
    <a:lvl2pPr marL="137160" indent="-137160" algn="l" defTabSz="914400" rtl="0" eaLnBrk="1" latinLnBrk="0" hangingPunct="1">
      <a:buFont typeface="Arial"/>
      <a:buChar char="–"/>
      <a:tabLst/>
      <a:defRPr sz="1200" b="0" i="0" kern="1200">
        <a:solidFill>
          <a:schemeClr val="tx1"/>
        </a:solidFill>
        <a:latin typeface="Inter" panose="02000503000000020004" pitchFamily="2" charset="0"/>
        <a:ea typeface="+mn-ea"/>
        <a:cs typeface="+mn-cs"/>
      </a:defRPr>
    </a:lvl2pPr>
    <a:lvl3pPr marL="274320" indent="-137160" algn="l" defTabSz="914400" rtl="0" eaLnBrk="1" latinLnBrk="0" hangingPunct="1">
      <a:buFont typeface="Arial"/>
      <a:buChar char="–"/>
      <a:tabLst/>
      <a:defRPr sz="1200" b="0" i="0" kern="1200">
        <a:solidFill>
          <a:schemeClr val="tx1"/>
        </a:solidFill>
        <a:latin typeface="Inter" panose="02000503000000020004" pitchFamily="2" charset="0"/>
        <a:ea typeface="+mn-ea"/>
        <a:cs typeface="+mn-cs"/>
      </a:defRPr>
    </a:lvl3pPr>
    <a:lvl4pPr marL="411480" indent="-137160" algn="l" defTabSz="914400" rtl="0" eaLnBrk="1" latinLnBrk="0" hangingPunct="1">
      <a:buFont typeface="Arial"/>
      <a:buChar char="–"/>
      <a:defRPr sz="1200" b="0" i="0" kern="1200">
        <a:solidFill>
          <a:schemeClr val="tx1"/>
        </a:solidFill>
        <a:latin typeface="Inter" panose="02000503000000020004" pitchFamily="2" charset="0"/>
        <a:ea typeface="+mn-ea"/>
        <a:cs typeface="+mn-cs"/>
      </a:defRPr>
    </a:lvl4pPr>
    <a:lvl5pPr marL="548640" indent="-137160" algn="l" defTabSz="914400" rtl="0" eaLnBrk="1" latinLnBrk="0" hangingPunct="1">
      <a:buFont typeface="Arial"/>
      <a:buChar char="–"/>
      <a:defRPr sz="1200" b="0" i="0" kern="1200">
        <a:solidFill>
          <a:schemeClr val="tx1"/>
        </a:solidFill>
        <a:latin typeface="Inter" panose="02000503000000020004"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2.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6.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7.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8.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9.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10.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1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1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14.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15.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16.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17.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18.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19.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20.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2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2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23.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24.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25.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26.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27.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28.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29.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30.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3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32.xml"/></Relationships>
</file>

<file path=ppt/slideLayouts/_rels/slideLayout3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3.xml"/></Relationships>
</file>

<file path=ppt/slideLayouts/_rels/slideLayout3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4.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35.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36.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37.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38.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39.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40.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41.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42.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43.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44.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45.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46.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47.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48.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49.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50.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5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 Standard">
    <p:bg>
      <p:bgPr>
        <a:solidFill>
          <a:srgbClr val="005E60"/>
        </a:solidFill>
        <a:effectLst/>
      </p:bgPr>
    </p:bg>
    <p:spTree>
      <p:nvGrpSpPr>
        <p:cNvPr id="1" name=""/>
        <p:cNvGrpSpPr/>
        <p:nvPr/>
      </p:nvGrpSpPr>
      <p:grpSpPr>
        <a:xfrm>
          <a:off x="0" y="0"/>
          <a:ext cx="0" cy="0"/>
          <a:chOff x="0" y="0"/>
          <a:chExt cx="0" cy="0"/>
        </a:xfrm>
      </p:grpSpPr>
      <p:pic>
        <p:nvPicPr>
          <p:cNvPr id="7" name="Picture 6" descr="Text  Description automatically generated">
            <a:extLst>
              <a:ext uri="{FF2B5EF4-FFF2-40B4-BE49-F238E27FC236}">
                <a16:creationId xmlns:a16="http://schemas.microsoft.com/office/drawing/2014/main" id="{D752991F-DE20-9C56-71CE-00C693FCEC71}"/>
              </a:ext>
            </a:extLst>
          </p:cNvPr>
          <p:cNvPicPr>
            <a:picLocks noChangeAspect="1"/>
          </p:cNvPicPr>
          <p:nvPr userDrawn="1"/>
        </p:nvPicPr>
        <p:blipFill>
          <a:blip r:embed="rId3"/>
          <a:stretch>
            <a:fillRect/>
          </a:stretch>
        </p:blipFill>
        <p:spPr>
          <a:xfrm>
            <a:off x="268025" y="272267"/>
            <a:ext cx="2606040" cy="814067"/>
          </a:xfrm>
          <a:prstGeom prst="rect">
            <a:avLst/>
          </a:prstGeom>
        </p:spPr>
      </p:pic>
      <p:sp>
        <p:nvSpPr>
          <p:cNvPr id="5" name="Footer Placeholder 4">
            <a:extLst>
              <a:ext uri="{FF2B5EF4-FFF2-40B4-BE49-F238E27FC236}">
                <a16:creationId xmlns:a16="http://schemas.microsoft.com/office/drawing/2014/main" id="{54370033-E5A1-7B48-AE34-D9C6694ED55E}"/>
              </a:ext>
            </a:extLst>
          </p:cNvPr>
          <p:cNvSpPr>
            <a:spLocks noGrp="1"/>
          </p:cNvSpPr>
          <p:nvPr>
            <p:ph type="ftr" sz="quarter" idx="11"/>
          </p:nvPr>
        </p:nvSpPr>
        <p:spPr>
          <a:xfrm>
            <a:off x="419100" y="6492875"/>
            <a:ext cx="5506380" cy="365125"/>
          </a:xfrm>
        </p:spPr>
        <p:txBody>
          <a:bodyPr/>
          <a:lstStyle>
            <a:lvl1pPr>
              <a:defRPr sz="800">
                <a:solidFill>
                  <a:schemeClr val="tx1"/>
                </a:solidFill>
              </a:defRPr>
            </a:lvl1pPr>
          </a:lstStyle>
          <a:p>
            <a:pPr defTabSz="914126"/>
            <a:r>
              <a:rPr lang="en-US" dirty="0">
                <a:ea typeface="Inter" panose="02000503000000020004" pitchFamily="2" charset="0"/>
              </a:rPr>
              <a:t>© 2026 GE Vernova and/or its affiliates. All rights reserved. </a:t>
            </a:r>
          </a:p>
          <a:p>
            <a:pPr defTabSz="914126"/>
            <a:r>
              <a:rPr lang="en-US" dirty="0">
                <a:ea typeface="Inter" panose="02000503000000020004" pitchFamily="2" charset="0"/>
              </a:rPr>
              <a:t>GE is a trademark of General Electric Company and is used under trademark license.</a:t>
            </a:r>
          </a:p>
        </p:txBody>
      </p:sp>
      <p:sp>
        <p:nvSpPr>
          <p:cNvPr id="2" name="Title 1">
            <a:extLst>
              <a:ext uri="{FF2B5EF4-FFF2-40B4-BE49-F238E27FC236}">
                <a16:creationId xmlns:a16="http://schemas.microsoft.com/office/drawing/2014/main" id="{9A14E021-5666-C143-A40F-6113F80F8FE3}"/>
              </a:ext>
            </a:extLst>
          </p:cNvPr>
          <p:cNvSpPr>
            <a:spLocks noGrp="1"/>
          </p:cNvSpPr>
          <p:nvPr>
            <p:ph type="ctrTitle" hasCustomPrompt="1"/>
          </p:nvPr>
        </p:nvSpPr>
        <p:spPr>
          <a:xfrm>
            <a:off x="419100" y="2378075"/>
            <a:ext cx="10706100" cy="1965325"/>
          </a:xfrm>
        </p:spPr>
        <p:txBody>
          <a:bodyPr anchor="t" anchorCtr="0"/>
          <a:lstStyle>
            <a:lvl1pPr algn="l">
              <a:lnSpc>
                <a:spcPts val="6500"/>
              </a:lnSpc>
              <a:defRPr sz="7200" cap="all" spc="80" baseline="0">
                <a:solidFill>
                  <a:srgbClr val="C8FF08"/>
                </a:solidFill>
                <a:latin typeface="Sons Condensed Extrabold" panose="02060906060206060203" pitchFamily="18" charset="0"/>
              </a:defRPr>
            </a:lvl1pPr>
          </a:lstStyle>
          <a:p>
            <a:r>
              <a:rPr lang="en-US" dirty="0"/>
              <a:t>CLICK HERE TO EDIT MASTER TITLE STYLE</a:t>
            </a:r>
          </a:p>
        </p:txBody>
      </p:sp>
      <p:sp>
        <p:nvSpPr>
          <p:cNvPr id="3" name="Subtitle 2">
            <a:extLst>
              <a:ext uri="{FF2B5EF4-FFF2-40B4-BE49-F238E27FC236}">
                <a16:creationId xmlns:a16="http://schemas.microsoft.com/office/drawing/2014/main" id="{2A2F35A6-FF25-0745-8AB1-FA8EE7D66779}"/>
              </a:ext>
            </a:extLst>
          </p:cNvPr>
          <p:cNvSpPr>
            <a:spLocks noGrp="1"/>
          </p:cNvSpPr>
          <p:nvPr>
            <p:ph type="subTitle" idx="1"/>
          </p:nvPr>
        </p:nvSpPr>
        <p:spPr>
          <a:xfrm>
            <a:off x="419100" y="4343399"/>
            <a:ext cx="10706100" cy="974725"/>
          </a:xfrm>
        </p:spPr>
        <p:txBody>
          <a:bodyPr>
            <a:noAutofit/>
          </a:bodyPr>
          <a:lstStyle>
            <a:lvl1pPr marL="0" indent="0" algn="l">
              <a:spcAft>
                <a:spcPts val="400"/>
              </a:spcAft>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custDataLst>
      <p:tags r:id="rId1"/>
    </p:custDataLst>
    <p:extLst>
      <p:ext uri="{BB962C8B-B14F-4D97-AF65-F5344CB8AC3E}">
        <p14:creationId xmlns:p14="http://schemas.microsoft.com/office/powerpoint/2010/main" val="317104121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orient="horz" pos="1498">
          <p15:clr>
            <a:srgbClr val="FBAE40"/>
          </p15:clr>
        </p15:guide>
        <p15:guide id="3" orient="horz" pos="2736">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 Alternate">
    <p:bg>
      <p:bgPr>
        <a:solidFill>
          <a:srgbClr val="005E60"/>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54370033-E5A1-7B48-AE34-D9C6694ED55E}"/>
              </a:ext>
            </a:extLst>
          </p:cNvPr>
          <p:cNvSpPr>
            <a:spLocks noGrp="1"/>
          </p:cNvSpPr>
          <p:nvPr>
            <p:ph type="ftr" sz="quarter" idx="11"/>
          </p:nvPr>
        </p:nvSpPr>
        <p:spPr>
          <a:xfrm>
            <a:off x="596771" y="6492875"/>
            <a:ext cx="5397112" cy="365125"/>
          </a:xfrm>
        </p:spPr>
        <p:txBody>
          <a:bodyPr/>
          <a:lstStyle>
            <a:lvl1pPr>
              <a:defRPr sz="800">
                <a:solidFill>
                  <a:srgbClr val="FAFAFA"/>
                </a:solidFill>
              </a:defRPr>
            </a:lvl1pPr>
          </a:lstStyle>
          <a:p>
            <a:pPr defTabSz="914126"/>
            <a:r>
              <a:rPr lang="en-US" dirty="0">
                <a:ea typeface="Inter" panose="02000503000000020004" pitchFamily="2" charset="0"/>
              </a:rPr>
              <a:t>© 2026 GE Vernova and/or its affiliates. All rights reserved. </a:t>
            </a:r>
          </a:p>
          <a:p>
            <a:pPr defTabSz="914126"/>
            <a:r>
              <a:rPr lang="en-US" dirty="0">
                <a:ea typeface="Inter" panose="02000503000000020004" pitchFamily="2" charset="0"/>
              </a:rPr>
              <a:t>GE is a trademark of General Electric Company and is used under trademark license.</a:t>
            </a:r>
          </a:p>
        </p:txBody>
      </p:sp>
      <p:sp>
        <p:nvSpPr>
          <p:cNvPr id="2" name="Title 1">
            <a:extLst>
              <a:ext uri="{FF2B5EF4-FFF2-40B4-BE49-F238E27FC236}">
                <a16:creationId xmlns:a16="http://schemas.microsoft.com/office/drawing/2014/main" id="{9A14E021-5666-C143-A40F-6113F80F8FE3}"/>
              </a:ext>
            </a:extLst>
          </p:cNvPr>
          <p:cNvSpPr>
            <a:spLocks noGrp="1"/>
          </p:cNvSpPr>
          <p:nvPr>
            <p:ph type="ctrTitle" hasCustomPrompt="1"/>
          </p:nvPr>
        </p:nvSpPr>
        <p:spPr>
          <a:xfrm>
            <a:off x="596771" y="2481592"/>
            <a:ext cx="10706100" cy="1861808"/>
          </a:xfrm>
        </p:spPr>
        <p:txBody>
          <a:bodyPr anchor="t" anchorCtr="0"/>
          <a:lstStyle>
            <a:lvl1pPr algn="l">
              <a:lnSpc>
                <a:spcPts val="6500"/>
              </a:lnSpc>
              <a:defRPr sz="7200" cap="all" spc="80" baseline="0">
                <a:solidFill>
                  <a:schemeClr val="tx1"/>
                </a:solidFill>
                <a:latin typeface="Sons Condensed Extrabold" panose="02060906060206060203" pitchFamily="18" charset="0"/>
              </a:defRPr>
            </a:lvl1pPr>
          </a:lstStyle>
          <a:p>
            <a:r>
              <a:rPr lang="en-US" dirty="0"/>
              <a:t>CLICK HERE TO EDIT MASTER TITLE STYLE</a:t>
            </a:r>
          </a:p>
        </p:txBody>
      </p:sp>
      <p:sp>
        <p:nvSpPr>
          <p:cNvPr id="3" name="Subtitle 2">
            <a:extLst>
              <a:ext uri="{FF2B5EF4-FFF2-40B4-BE49-F238E27FC236}">
                <a16:creationId xmlns:a16="http://schemas.microsoft.com/office/drawing/2014/main" id="{2A2F35A6-FF25-0745-8AB1-FA8EE7D66779}"/>
              </a:ext>
            </a:extLst>
          </p:cNvPr>
          <p:cNvSpPr>
            <a:spLocks noGrp="1"/>
          </p:cNvSpPr>
          <p:nvPr>
            <p:ph type="subTitle" idx="1"/>
          </p:nvPr>
        </p:nvSpPr>
        <p:spPr>
          <a:xfrm>
            <a:off x="596771" y="4343399"/>
            <a:ext cx="10706100" cy="974725"/>
          </a:xfrm>
        </p:spPr>
        <p:txBody>
          <a:bodyPr>
            <a:noAutofit/>
          </a:bodyPr>
          <a:lstStyle>
            <a:lvl1pPr marL="0" indent="0" algn="l">
              <a:spcAft>
                <a:spcPts val="400"/>
              </a:spcAft>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10" name="Picture 9" descr="Text  Description automatically generated">
            <a:extLst>
              <a:ext uri="{FF2B5EF4-FFF2-40B4-BE49-F238E27FC236}">
                <a16:creationId xmlns:a16="http://schemas.microsoft.com/office/drawing/2014/main" id="{404FB6B5-AF11-DEA2-266C-D4A71FA4E0A7}"/>
              </a:ext>
            </a:extLst>
          </p:cNvPr>
          <p:cNvPicPr>
            <a:picLocks noChangeAspect="1"/>
          </p:cNvPicPr>
          <p:nvPr userDrawn="1"/>
        </p:nvPicPr>
        <p:blipFill>
          <a:blip r:embed="rId3"/>
          <a:stretch>
            <a:fillRect/>
          </a:stretch>
        </p:blipFill>
        <p:spPr>
          <a:xfrm>
            <a:off x="268025" y="272267"/>
            <a:ext cx="2606040" cy="814067"/>
          </a:xfrm>
          <a:prstGeom prst="rect">
            <a:avLst/>
          </a:prstGeom>
        </p:spPr>
      </p:pic>
      <p:cxnSp>
        <p:nvCxnSpPr>
          <p:cNvPr id="4" name="Straight Connector 3">
            <a:extLst>
              <a:ext uri="{FF2B5EF4-FFF2-40B4-BE49-F238E27FC236}">
                <a16:creationId xmlns:a16="http://schemas.microsoft.com/office/drawing/2014/main" id="{7CEC064B-505B-2B8A-CC1B-FFEE37B6694E}"/>
              </a:ext>
            </a:extLst>
          </p:cNvPr>
          <p:cNvCxnSpPr>
            <a:cxnSpLocks/>
          </p:cNvCxnSpPr>
          <p:nvPr userDrawn="1"/>
        </p:nvCxnSpPr>
        <p:spPr>
          <a:xfrm>
            <a:off x="444366" y="2444249"/>
            <a:ext cx="0" cy="4479925"/>
          </a:xfrm>
          <a:prstGeom prst="line">
            <a:avLst/>
          </a:prstGeom>
          <a:ln w="19050">
            <a:solidFill>
              <a:srgbClr val="C8FF08"/>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348319073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orient="horz" pos="1498" userDrawn="1">
          <p15:clr>
            <a:srgbClr val="FBAE40"/>
          </p15:clr>
        </p15:guide>
        <p15:guide id="3" orient="horz" pos="2736"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 Light Photo">
    <p:bg>
      <p:bgPr>
        <a:solidFill>
          <a:schemeClr val="tx1"/>
        </a:solidFill>
        <a:effectLst/>
      </p:bgPr>
    </p:bg>
    <p:spTree>
      <p:nvGrpSpPr>
        <p:cNvPr id="1" name=""/>
        <p:cNvGrpSpPr/>
        <p:nvPr/>
      </p:nvGrpSpPr>
      <p:grpSpPr>
        <a:xfrm>
          <a:off x="0" y="0"/>
          <a:ext cx="0" cy="0"/>
          <a:chOff x="0" y="0"/>
          <a:chExt cx="0" cy="0"/>
        </a:xfrm>
      </p:grpSpPr>
      <p:pic>
        <p:nvPicPr>
          <p:cNvPr id="6" name="Picture 5" descr="Text  Description automatically generated">
            <a:extLst>
              <a:ext uri="{FF2B5EF4-FFF2-40B4-BE49-F238E27FC236}">
                <a16:creationId xmlns:a16="http://schemas.microsoft.com/office/drawing/2014/main" id="{D9E1DC37-7617-9EED-CD74-B8909A49A546}"/>
              </a:ext>
            </a:extLst>
          </p:cNvPr>
          <p:cNvPicPr>
            <a:picLocks noChangeAspect="1"/>
          </p:cNvPicPr>
          <p:nvPr userDrawn="1"/>
        </p:nvPicPr>
        <p:blipFill>
          <a:blip r:embed="rId3"/>
          <a:stretch>
            <a:fillRect/>
          </a:stretch>
        </p:blipFill>
        <p:spPr>
          <a:xfrm>
            <a:off x="279519" y="272267"/>
            <a:ext cx="2606040" cy="814067"/>
          </a:xfrm>
          <a:prstGeom prst="rect">
            <a:avLst/>
          </a:prstGeom>
        </p:spPr>
      </p:pic>
      <p:sp>
        <p:nvSpPr>
          <p:cNvPr id="5" name="Footer Placeholder 4">
            <a:extLst>
              <a:ext uri="{FF2B5EF4-FFF2-40B4-BE49-F238E27FC236}">
                <a16:creationId xmlns:a16="http://schemas.microsoft.com/office/drawing/2014/main" id="{54370033-E5A1-7B48-AE34-D9C6694ED55E}"/>
              </a:ext>
            </a:extLst>
          </p:cNvPr>
          <p:cNvSpPr>
            <a:spLocks noGrp="1"/>
          </p:cNvSpPr>
          <p:nvPr>
            <p:ph type="ftr" sz="quarter" idx="11"/>
          </p:nvPr>
        </p:nvSpPr>
        <p:spPr>
          <a:xfrm>
            <a:off x="419100" y="6492875"/>
            <a:ext cx="5431618" cy="365125"/>
          </a:xfrm>
        </p:spPr>
        <p:txBody>
          <a:bodyPr/>
          <a:lstStyle>
            <a:lvl1pPr>
              <a:defRPr sz="800">
                <a:solidFill>
                  <a:srgbClr val="212121"/>
                </a:solidFill>
              </a:defRPr>
            </a:lvl1pPr>
          </a:lstStyle>
          <a:p>
            <a:pPr defTabSz="914126"/>
            <a:r>
              <a:rPr lang="en-US" dirty="0">
                <a:ea typeface="Inter" panose="02000503000000020004" pitchFamily="2" charset="0"/>
              </a:rPr>
              <a:t>© 2026 GE Vernova and/or its affiliates. All rights reserved. </a:t>
            </a:r>
          </a:p>
          <a:p>
            <a:pPr defTabSz="914126"/>
            <a:r>
              <a:rPr lang="en-US" dirty="0">
                <a:ea typeface="Inter" panose="02000503000000020004" pitchFamily="2" charset="0"/>
              </a:rPr>
              <a:t>GE is a trademark of General Electric Company and is used under trademark license.</a:t>
            </a:r>
          </a:p>
        </p:txBody>
      </p:sp>
      <p:sp>
        <p:nvSpPr>
          <p:cNvPr id="2" name="Title 1">
            <a:extLst>
              <a:ext uri="{FF2B5EF4-FFF2-40B4-BE49-F238E27FC236}">
                <a16:creationId xmlns:a16="http://schemas.microsoft.com/office/drawing/2014/main" id="{9A14E021-5666-C143-A40F-6113F80F8FE3}"/>
              </a:ext>
            </a:extLst>
          </p:cNvPr>
          <p:cNvSpPr>
            <a:spLocks noGrp="1"/>
          </p:cNvSpPr>
          <p:nvPr>
            <p:ph type="ctrTitle" hasCustomPrompt="1"/>
          </p:nvPr>
        </p:nvSpPr>
        <p:spPr>
          <a:xfrm>
            <a:off x="419100" y="2378075"/>
            <a:ext cx="10706100" cy="1965325"/>
          </a:xfrm>
        </p:spPr>
        <p:txBody>
          <a:bodyPr anchor="t" anchorCtr="0"/>
          <a:lstStyle>
            <a:lvl1pPr algn="l">
              <a:lnSpc>
                <a:spcPts val="6500"/>
              </a:lnSpc>
              <a:defRPr sz="7200" cap="all" spc="80" baseline="0">
                <a:solidFill>
                  <a:srgbClr val="005E60"/>
                </a:solidFill>
                <a:latin typeface="Sons Condensed Extrabold" panose="02060906060206060203" pitchFamily="18" charset="0"/>
              </a:defRPr>
            </a:lvl1pPr>
          </a:lstStyle>
          <a:p>
            <a:r>
              <a:rPr lang="en-US" dirty="0"/>
              <a:t>CLICK HERE TO EDIT MASTER TITLE STYLE</a:t>
            </a:r>
          </a:p>
        </p:txBody>
      </p:sp>
      <p:sp>
        <p:nvSpPr>
          <p:cNvPr id="3" name="Subtitle 2">
            <a:extLst>
              <a:ext uri="{FF2B5EF4-FFF2-40B4-BE49-F238E27FC236}">
                <a16:creationId xmlns:a16="http://schemas.microsoft.com/office/drawing/2014/main" id="{2A2F35A6-FF25-0745-8AB1-FA8EE7D66779}"/>
              </a:ext>
            </a:extLst>
          </p:cNvPr>
          <p:cNvSpPr>
            <a:spLocks noGrp="1"/>
          </p:cNvSpPr>
          <p:nvPr>
            <p:ph type="subTitle" idx="1"/>
          </p:nvPr>
        </p:nvSpPr>
        <p:spPr>
          <a:xfrm>
            <a:off x="419100" y="4343399"/>
            <a:ext cx="10706100" cy="974725"/>
          </a:xfrm>
        </p:spPr>
        <p:txBody>
          <a:bodyPr>
            <a:noAutofit/>
          </a:bodyPr>
          <a:lstStyle>
            <a:lvl1pPr marL="0" indent="0" algn="l">
              <a:spcAft>
                <a:spcPts val="400"/>
              </a:spcAft>
              <a:buNone/>
              <a:defRPr sz="1800">
                <a:solidFill>
                  <a:srgbClr val="21212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custDataLst>
      <p:tags r:id="rId1"/>
    </p:custDataLst>
    <p:extLst>
      <p:ext uri="{BB962C8B-B14F-4D97-AF65-F5344CB8AC3E}">
        <p14:creationId xmlns:p14="http://schemas.microsoft.com/office/powerpoint/2010/main" val="221049648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orient="horz" pos="1498">
          <p15:clr>
            <a:srgbClr val="FBAE40"/>
          </p15:clr>
        </p15:guide>
        <p15:guide id="3" orient="horz" pos="2736">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 Dark Photo">
    <p:bg>
      <p:bgPr>
        <a:solidFill>
          <a:schemeClr val="tx1"/>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54370033-E5A1-7B48-AE34-D9C6694ED55E}"/>
              </a:ext>
            </a:extLst>
          </p:cNvPr>
          <p:cNvSpPr>
            <a:spLocks noGrp="1"/>
          </p:cNvSpPr>
          <p:nvPr>
            <p:ph type="ftr" sz="quarter" idx="11"/>
          </p:nvPr>
        </p:nvSpPr>
        <p:spPr>
          <a:xfrm>
            <a:off x="419100" y="6492875"/>
            <a:ext cx="5345354" cy="365125"/>
          </a:xfrm>
        </p:spPr>
        <p:txBody>
          <a:bodyPr/>
          <a:lstStyle>
            <a:lvl1pPr>
              <a:defRPr sz="800">
                <a:solidFill>
                  <a:schemeClr val="tx1"/>
                </a:solidFill>
              </a:defRPr>
            </a:lvl1pPr>
          </a:lstStyle>
          <a:p>
            <a:pPr defTabSz="914126"/>
            <a:r>
              <a:rPr lang="en-US" dirty="0">
                <a:ea typeface="Inter" panose="02000503000000020004" pitchFamily="2" charset="0"/>
              </a:rPr>
              <a:t>© 2025 GE Vernova and/or its affiliates. All rights reserved. </a:t>
            </a:r>
          </a:p>
          <a:p>
            <a:pPr defTabSz="914126"/>
            <a:r>
              <a:rPr lang="en-US" dirty="0">
                <a:ea typeface="Inter" panose="02000503000000020004" pitchFamily="2" charset="0"/>
              </a:rPr>
              <a:t>GE is a trademark of General Electric Company and is used under trademark license.</a:t>
            </a:r>
          </a:p>
        </p:txBody>
      </p:sp>
      <p:sp>
        <p:nvSpPr>
          <p:cNvPr id="2" name="Title 1">
            <a:extLst>
              <a:ext uri="{FF2B5EF4-FFF2-40B4-BE49-F238E27FC236}">
                <a16:creationId xmlns:a16="http://schemas.microsoft.com/office/drawing/2014/main" id="{9A14E021-5666-C143-A40F-6113F80F8FE3}"/>
              </a:ext>
            </a:extLst>
          </p:cNvPr>
          <p:cNvSpPr>
            <a:spLocks noGrp="1"/>
          </p:cNvSpPr>
          <p:nvPr>
            <p:ph type="ctrTitle" hasCustomPrompt="1"/>
          </p:nvPr>
        </p:nvSpPr>
        <p:spPr>
          <a:xfrm>
            <a:off x="419100" y="2378075"/>
            <a:ext cx="10706100" cy="1965325"/>
          </a:xfrm>
        </p:spPr>
        <p:txBody>
          <a:bodyPr anchor="t" anchorCtr="0"/>
          <a:lstStyle>
            <a:lvl1pPr algn="l">
              <a:lnSpc>
                <a:spcPts val="6500"/>
              </a:lnSpc>
              <a:defRPr sz="7200" cap="all" spc="80" baseline="0">
                <a:solidFill>
                  <a:schemeClr val="tx1"/>
                </a:solidFill>
                <a:latin typeface="Sons Condensed Extrabold" panose="02060906060206060203" pitchFamily="18" charset="0"/>
              </a:defRPr>
            </a:lvl1pPr>
          </a:lstStyle>
          <a:p>
            <a:r>
              <a:rPr lang="en-US" dirty="0"/>
              <a:t>CLICK HERE TO EDIT MASTER TITLE STYLE</a:t>
            </a:r>
          </a:p>
        </p:txBody>
      </p:sp>
      <p:sp>
        <p:nvSpPr>
          <p:cNvPr id="3" name="Subtitle 2">
            <a:extLst>
              <a:ext uri="{FF2B5EF4-FFF2-40B4-BE49-F238E27FC236}">
                <a16:creationId xmlns:a16="http://schemas.microsoft.com/office/drawing/2014/main" id="{2A2F35A6-FF25-0745-8AB1-FA8EE7D66779}"/>
              </a:ext>
            </a:extLst>
          </p:cNvPr>
          <p:cNvSpPr>
            <a:spLocks noGrp="1"/>
          </p:cNvSpPr>
          <p:nvPr>
            <p:ph type="subTitle" idx="1"/>
          </p:nvPr>
        </p:nvSpPr>
        <p:spPr>
          <a:xfrm>
            <a:off x="419100" y="4343399"/>
            <a:ext cx="10706100" cy="974725"/>
          </a:xfrm>
        </p:spPr>
        <p:txBody>
          <a:bodyPr>
            <a:noAutofit/>
          </a:bodyPr>
          <a:lstStyle>
            <a:lvl1pPr marL="0" indent="0" algn="l">
              <a:spcAft>
                <a:spcPts val="400"/>
              </a:spcAft>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7" name="Picture 6" descr="Text  Description automatically generated">
            <a:extLst>
              <a:ext uri="{FF2B5EF4-FFF2-40B4-BE49-F238E27FC236}">
                <a16:creationId xmlns:a16="http://schemas.microsoft.com/office/drawing/2014/main" id="{FD57314C-3D95-C279-F04B-2D532302ED36}"/>
              </a:ext>
            </a:extLst>
          </p:cNvPr>
          <p:cNvPicPr>
            <a:picLocks noChangeAspect="1"/>
          </p:cNvPicPr>
          <p:nvPr userDrawn="1"/>
        </p:nvPicPr>
        <p:blipFill>
          <a:blip r:embed="rId3"/>
          <a:stretch>
            <a:fillRect/>
          </a:stretch>
        </p:blipFill>
        <p:spPr>
          <a:xfrm>
            <a:off x="259641" y="272267"/>
            <a:ext cx="2606040" cy="814067"/>
          </a:xfrm>
          <a:prstGeom prst="rect">
            <a:avLst/>
          </a:prstGeom>
        </p:spPr>
      </p:pic>
    </p:spTree>
    <p:custDataLst>
      <p:tags r:id="rId1"/>
    </p:custDataLst>
    <p:extLst>
      <p:ext uri="{BB962C8B-B14F-4D97-AF65-F5344CB8AC3E}">
        <p14:creationId xmlns:p14="http://schemas.microsoft.com/office/powerpoint/2010/main" val="37014667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orient="horz" pos="1498">
          <p15:clr>
            <a:srgbClr val="FBAE40"/>
          </p15:clr>
        </p15:guide>
        <p15:guide id="3" orient="horz" pos="2736">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7C6A052B-6959-D543-893E-8089B7EFDAA8}"/>
              </a:ext>
            </a:extLst>
          </p:cNvPr>
          <p:cNvSpPr>
            <a:spLocks noGrp="1"/>
          </p:cNvSpPr>
          <p:nvPr>
            <p:ph type="sldNum" sz="quarter" idx="12"/>
          </p:nvPr>
        </p:nvSpPr>
        <p:spPr/>
        <p:txBody>
          <a:bodyPr/>
          <a:lstStyle/>
          <a:p>
            <a:fld id="{7A7A97EF-C944-4447-B862-B593E9B4A0FF}" type="slidenum">
              <a:rPr/>
              <a:t>‹#›</a:t>
            </a:fld>
            <a:endParaRPr lang="en-US" dirty="0"/>
          </a:p>
        </p:txBody>
      </p:sp>
      <p:pic>
        <p:nvPicPr>
          <p:cNvPr id="3" name="Picture 2" descr="Text  Description automatically generated">
            <a:extLst>
              <a:ext uri="{FF2B5EF4-FFF2-40B4-BE49-F238E27FC236}">
                <a16:creationId xmlns:a16="http://schemas.microsoft.com/office/drawing/2014/main" id="{27CC28C8-137F-49C5-0CB3-B14B3F589E4B}"/>
              </a:ext>
            </a:extLst>
          </p:cNvPr>
          <p:cNvPicPr>
            <a:picLocks noChangeAspect="1"/>
          </p:cNvPicPr>
          <p:nvPr userDrawn="1"/>
        </p:nvPicPr>
        <p:blipFill>
          <a:blip r:embed="rId3"/>
          <a:stretch>
            <a:fillRect/>
          </a:stretch>
        </p:blipFill>
        <p:spPr>
          <a:xfrm>
            <a:off x="10309860" y="339154"/>
            <a:ext cx="1553486" cy="485273"/>
          </a:xfrm>
          <a:prstGeom prst="rect">
            <a:avLst/>
          </a:prstGeom>
        </p:spPr>
      </p:pic>
      <p:sp>
        <p:nvSpPr>
          <p:cNvPr id="7" name="Footer Placeholder 15">
            <a:extLst>
              <a:ext uri="{FF2B5EF4-FFF2-40B4-BE49-F238E27FC236}">
                <a16:creationId xmlns:a16="http://schemas.microsoft.com/office/drawing/2014/main" id="{14E532AD-A6F9-5A73-F9B7-FA1F6B8FBFE1}"/>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spTree>
    <p:custDataLst>
      <p:tags r:id="rId1"/>
    </p:custDataLst>
    <p:extLst>
      <p:ext uri="{BB962C8B-B14F-4D97-AF65-F5344CB8AC3E}">
        <p14:creationId xmlns:p14="http://schemas.microsoft.com/office/powerpoint/2010/main" val="134176268"/>
      </p:ext>
    </p:extLst>
  </p:cSld>
  <p:clrMapOvr>
    <a:masterClrMapping/>
  </p:clrMapOvr>
  <p:extLst>
    <p:ext uri="{DCECCB84-F9BA-43D5-87BE-67443E8EF086}">
      <p15:sldGuideLst xmlns:p15="http://schemas.microsoft.com/office/powerpoint/2012/main">
        <p15:guide id="1" orient="horz" pos="884"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ection — Heading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25ABF6-8160-8240-8064-B96381D0190E}"/>
              </a:ext>
            </a:extLst>
          </p:cNvPr>
          <p:cNvSpPr>
            <a:spLocks noGrp="1"/>
          </p:cNvSpPr>
          <p:nvPr>
            <p:ph type="title"/>
          </p:nvPr>
        </p:nvSpPr>
        <p:spPr>
          <a:xfrm>
            <a:off x="419100" y="419101"/>
            <a:ext cx="9578915" cy="457020"/>
          </a:xfrm>
        </p:spPr>
        <p:txBody>
          <a:bodyPr/>
          <a:lstStyle>
            <a:lvl1pPr>
              <a:defRPr>
                <a:solidFill>
                  <a:schemeClr val="tx1"/>
                </a:solidFill>
              </a:defRPr>
            </a:lvl1pPr>
          </a:lstStyle>
          <a:p>
            <a:r>
              <a:rPr lang="en-US"/>
              <a:t>Click to edit Master title style</a:t>
            </a:r>
            <a:endParaRPr lang="en-US" dirty="0"/>
          </a:p>
        </p:txBody>
      </p:sp>
      <p:sp>
        <p:nvSpPr>
          <p:cNvPr id="5" name="Slide Number Placeholder 4">
            <a:extLst>
              <a:ext uri="{FF2B5EF4-FFF2-40B4-BE49-F238E27FC236}">
                <a16:creationId xmlns:a16="http://schemas.microsoft.com/office/drawing/2014/main" id="{7C6A052B-6959-D543-893E-8089B7EFDAA8}"/>
              </a:ext>
            </a:extLst>
          </p:cNvPr>
          <p:cNvSpPr>
            <a:spLocks noGrp="1"/>
          </p:cNvSpPr>
          <p:nvPr>
            <p:ph type="sldNum" sz="quarter" idx="12"/>
          </p:nvPr>
        </p:nvSpPr>
        <p:spPr/>
        <p:txBody>
          <a:bodyPr/>
          <a:lstStyle/>
          <a:p>
            <a:fld id="{7A7A97EF-C944-4447-B862-B593E9B4A0FF}" type="slidenum">
              <a:rPr/>
              <a:t>‹#›</a:t>
            </a:fld>
            <a:endParaRPr lang="en-US" dirty="0"/>
          </a:p>
        </p:txBody>
      </p:sp>
      <p:pic>
        <p:nvPicPr>
          <p:cNvPr id="3" name="Picture 2" descr="Text  Description automatically generated">
            <a:extLst>
              <a:ext uri="{FF2B5EF4-FFF2-40B4-BE49-F238E27FC236}">
                <a16:creationId xmlns:a16="http://schemas.microsoft.com/office/drawing/2014/main" id="{27CC28C8-137F-49C5-0CB3-B14B3F589E4B}"/>
              </a:ext>
            </a:extLst>
          </p:cNvPr>
          <p:cNvPicPr>
            <a:picLocks noChangeAspect="1"/>
          </p:cNvPicPr>
          <p:nvPr userDrawn="1"/>
        </p:nvPicPr>
        <p:blipFill>
          <a:blip r:embed="rId3"/>
          <a:stretch>
            <a:fillRect/>
          </a:stretch>
        </p:blipFill>
        <p:spPr>
          <a:xfrm>
            <a:off x="10309860" y="339154"/>
            <a:ext cx="1553486" cy="485273"/>
          </a:xfrm>
          <a:prstGeom prst="rect">
            <a:avLst/>
          </a:prstGeom>
        </p:spPr>
      </p:pic>
      <p:sp>
        <p:nvSpPr>
          <p:cNvPr id="6" name="Footer Placeholder 15">
            <a:extLst>
              <a:ext uri="{FF2B5EF4-FFF2-40B4-BE49-F238E27FC236}">
                <a16:creationId xmlns:a16="http://schemas.microsoft.com/office/drawing/2014/main" id="{24D80C1C-4E45-B864-5859-F435E9FC0E85}"/>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spTree>
    <p:custDataLst>
      <p:tags r:id="rId1"/>
    </p:custDataLst>
    <p:extLst>
      <p:ext uri="{BB962C8B-B14F-4D97-AF65-F5344CB8AC3E}">
        <p14:creationId xmlns:p14="http://schemas.microsoft.com/office/powerpoint/2010/main" val="2173964546"/>
      </p:ext>
    </p:extLst>
  </p:cSld>
  <p:clrMapOvr>
    <a:masterClrMapping/>
  </p:clrMapOvr>
  <p:extLst>
    <p:ext uri="{DCECCB84-F9BA-43D5-87BE-67443E8EF086}">
      <p15:sldGuideLst xmlns:p15="http://schemas.microsoft.com/office/powerpoint/2012/main">
        <p15:guide id="1" orient="horz" pos="884"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Content — Bullet List">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099" y="419101"/>
            <a:ext cx="9622047" cy="457020"/>
          </a:xfrm>
        </p:spPr>
        <p:txBody>
          <a:bodyPr/>
          <a:lstStyle>
            <a:lvl1pPr>
              <a:defRPr>
                <a:solidFill>
                  <a:schemeClr val="tx1"/>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p:txBody>
          <a:bodyPr/>
          <a:lstStyle>
            <a:lvl1pPr>
              <a:defRPr>
                <a:solidFill>
                  <a:srgbClr val="212121"/>
                </a:solidFill>
              </a:defRPr>
            </a:lvl1pPr>
            <a:lvl2pPr marL="285750" indent="-285750">
              <a:buFont typeface="Arial" panose="020B0604020202020204" pitchFamily="34" charset="0"/>
              <a:buChar char="•"/>
              <a:defRPr>
                <a:solidFill>
                  <a:srgbClr val="212121"/>
                </a:solidFill>
              </a:defRPr>
            </a:lvl2pPr>
            <a:lvl3pPr marL="517525" indent="-228600">
              <a:defRPr>
                <a:solidFill>
                  <a:srgbClr val="212121"/>
                </a:solidFill>
              </a:defRPr>
            </a:lvl3pPr>
            <a:lvl4pPr marL="685800" indent="-228600">
              <a:defRPr>
                <a:solidFill>
                  <a:srgbClr val="212121"/>
                </a:solidFill>
              </a:defRPr>
            </a:lvl4pPr>
            <a:lvl5pPr marL="914400" indent="-228600">
              <a:defRPr>
                <a:solidFill>
                  <a:srgbClr val="212121"/>
                </a:solidFill>
              </a:defRPr>
            </a:lvl5pPr>
          </a:lstStyle>
          <a:p>
            <a:r>
              <a:t>Use for: bullet lists. Max 5 bullets, &lt;= 12 words each. One idea per slide.</a:t>
            </a:r>
          </a:p>
        </p:txBody>
      </p:sp>
      <p:pic>
        <p:nvPicPr>
          <p:cNvPr id="4" name="Picture 3" descr="Text  Description automatically generated">
            <a:extLst>
              <a:ext uri="{FF2B5EF4-FFF2-40B4-BE49-F238E27FC236}">
                <a16:creationId xmlns:a16="http://schemas.microsoft.com/office/drawing/2014/main" id="{40C80CBD-F9C2-7B04-2F2E-A2E50A534F57}"/>
              </a:ext>
            </a:extLst>
          </p:cNvPr>
          <p:cNvPicPr>
            <a:picLocks noChangeAspect="1"/>
          </p:cNvPicPr>
          <p:nvPr userDrawn="1"/>
        </p:nvPicPr>
        <p:blipFill>
          <a:blip r:embed="rId3"/>
          <a:stretch>
            <a:fillRect/>
          </a:stretch>
        </p:blipFill>
        <p:spPr>
          <a:xfrm>
            <a:off x="10309860" y="339154"/>
            <a:ext cx="1553486" cy="485273"/>
          </a:xfrm>
          <a:prstGeom prst="rect">
            <a:avLst/>
          </a:prstGeom>
        </p:spPr>
      </p:pic>
      <p:sp>
        <p:nvSpPr>
          <p:cNvPr id="7" name="Footer Placeholder 15">
            <a:extLst>
              <a:ext uri="{FF2B5EF4-FFF2-40B4-BE49-F238E27FC236}">
                <a16:creationId xmlns:a16="http://schemas.microsoft.com/office/drawing/2014/main" id="{027F9F60-4DFD-5661-B616-5D7B4BD45775}"/>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spTree>
    <p:custDataLst>
      <p:tags r:id="rId1"/>
    </p:custDataLst>
    <p:extLst>
      <p:ext uri="{BB962C8B-B14F-4D97-AF65-F5344CB8AC3E}">
        <p14:creationId xmlns:p14="http://schemas.microsoft.com/office/powerpoint/2010/main" val="886635505"/>
      </p:ext>
    </p:extLst>
  </p:cSld>
  <p:clrMapOvr>
    <a:masterClrMapping/>
  </p:clrMapOvr>
  <p:extLst>
    <p:ext uri="{DCECCB84-F9BA-43D5-87BE-67443E8EF086}">
      <p15:sldGuideLst xmlns:p15="http://schemas.microsoft.com/office/powerpoint/2012/main">
        <p15:guide id="1" orient="horz" pos="888"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 Bullet List + Subtitle">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587542" cy="457020"/>
          </a:xfrm>
        </p:spPr>
        <p:txBody>
          <a:bodyPr/>
          <a:lstStyle>
            <a:lvl1pPr>
              <a:defRPr>
                <a:solidFill>
                  <a:srgbClr val="005E60"/>
                </a:solidFill>
              </a:defRPr>
            </a:lvl1pPr>
          </a:lstStyle>
          <a:p>
            <a:r>
              <a:rPr lang="en-US"/>
              <a:t>Click to edit Master title style</a:t>
            </a:r>
            <a:endParaRPr lang="en-US" dirty="0"/>
          </a:p>
        </p:txBody>
      </p:sp>
      <p:sp>
        <p:nvSpPr>
          <p:cNvPr id="11" name="Text Placeholder 10">
            <a:extLst>
              <a:ext uri="{FF2B5EF4-FFF2-40B4-BE49-F238E27FC236}">
                <a16:creationId xmlns:a16="http://schemas.microsoft.com/office/drawing/2014/main" id="{FBB168A5-C2D7-FC4B-8832-1F289E900E7C}"/>
              </a:ext>
            </a:extLst>
          </p:cNvPr>
          <p:cNvSpPr>
            <a:spLocks noGrp="1"/>
          </p:cNvSpPr>
          <p:nvPr>
            <p:ph type="body" sz="quarter" idx="2" hasCustomPrompt="1"/>
          </p:nvPr>
        </p:nvSpPr>
        <p:spPr>
          <a:xfrm>
            <a:off x="419100" y="889824"/>
            <a:ext cx="11353800" cy="513526"/>
          </a:xfrm>
        </p:spPr>
        <p:txBody>
          <a:bodyPr/>
          <a:lstStyle>
            <a:lvl1pPr>
              <a:spcAft>
                <a:spcPts val="0"/>
              </a:spcAft>
              <a:defRPr b="0">
                <a:solidFill>
                  <a:srgbClr val="212121"/>
                </a:solidFill>
                <a:latin typeface="Inter Semi Bold" panose="02000703000000020004" pitchFamily="50" charset="0"/>
                <a:ea typeface="Inter Semi Bold" panose="02000703000000020004" pitchFamily="50" charset="0"/>
                <a:cs typeface="Inter Semi Bold" panose="02000703000000020004" pitchFamily="50" charset="0"/>
              </a:defRPr>
            </a:lvl1pPr>
          </a:lstStyle>
          <a:p>
            <a:r>
              <a:t>Subtitle — one line, &lt;= 12 words.</a:t>
            </a:r>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2095500"/>
            <a:ext cx="11353800" cy="4114800"/>
          </a:xfrm>
        </p:spPr>
        <p:txBody>
          <a:bodyPr/>
          <a:lstStyle>
            <a:lvl1pPr>
              <a:defRPr b="0">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r>
              <a:t>Main content. Max 5 bullets, &lt;= 12 words each.</a:t>
            </a:r>
          </a:p>
        </p:txBody>
      </p:sp>
      <p:pic>
        <p:nvPicPr>
          <p:cNvPr id="4" name="Picture 3" descr="Text  Description automatically generated">
            <a:extLst>
              <a:ext uri="{FF2B5EF4-FFF2-40B4-BE49-F238E27FC236}">
                <a16:creationId xmlns:a16="http://schemas.microsoft.com/office/drawing/2014/main" id="{568E85E5-0FFC-6287-3929-5E229826C13E}"/>
              </a:ext>
            </a:extLst>
          </p:cNvPr>
          <p:cNvPicPr>
            <a:picLocks noChangeAspect="1"/>
          </p:cNvPicPr>
          <p:nvPr userDrawn="1"/>
        </p:nvPicPr>
        <p:blipFill>
          <a:blip r:embed="rId3"/>
          <a:stretch>
            <a:fillRect/>
          </a:stretch>
        </p:blipFill>
        <p:spPr>
          <a:xfrm>
            <a:off x="10309860" y="339154"/>
            <a:ext cx="1553486" cy="485273"/>
          </a:xfrm>
          <a:prstGeom prst="rect">
            <a:avLst/>
          </a:prstGeom>
        </p:spPr>
      </p:pic>
      <p:sp>
        <p:nvSpPr>
          <p:cNvPr id="7" name="Footer Placeholder 15">
            <a:extLst>
              <a:ext uri="{FF2B5EF4-FFF2-40B4-BE49-F238E27FC236}">
                <a16:creationId xmlns:a16="http://schemas.microsoft.com/office/drawing/2014/main" id="{64338C3A-CD7B-4BAF-1E62-943E6B16317A}"/>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spTree>
    <p:custDataLst>
      <p:tags r:id="rId1"/>
    </p:custDataLst>
    <p:extLst>
      <p:ext uri="{BB962C8B-B14F-4D97-AF65-F5344CB8AC3E}">
        <p14:creationId xmlns:p14="http://schemas.microsoft.com/office/powerpoint/2010/main" val="1704126460"/>
      </p:ext>
    </p:extLst>
  </p:cSld>
  <p:clrMapOvr>
    <a:masterClrMapping/>
  </p:clrMapOvr>
  <p:extLst>
    <p:ext uri="{DCECCB84-F9BA-43D5-87BE-67443E8EF086}">
      <p15:sldGuideLst xmlns:p15="http://schemas.microsoft.com/office/powerpoint/2012/main">
        <p15:guide id="1" orient="horz" pos="1320" userDrawn="1">
          <p15:clr>
            <a:srgbClr val="FBAE40"/>
          </p15:clr>
        </p15:guide>
        <p15:guide id="2" orient="horz" pos="696"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Content — Two Column">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604794" cy="457020"/>
          </a:xfrm>
        </p:spPr>
        <p:txBody>
          <a:bodyPr/>
          <a:lstStyle>
            <a:lvl1pPr>
              <a:defRPr>
                <a:solidFill>
                  <a:srgbClr val="005E60"/>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1403349"/>
            <a:ext cx="5394960" cy="4806951"/>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r>
              <a:t>Left column. Max 4 bullets, &lt;= 10 words each.</a:t>
            </a:r>
          </a:p>
        </p:txBody>
      </p:sp>
      <p:sp>
        <p:nvSpPr>
          <p:cNvPr id="7" name="Content Placeholder 2">
            <a:extLst>
              <a:ext uri="{FF2B5EF4-FFF2-40B4-BE49-F238E27FC236}">
                <a16:creationId xmlns:a16="http://schemas.microsoft.com/office/drawing/2014/main" id="{F48D7D23-A4AE-A948-B404-C89F45ED35B7}"/>
              </a:ext>
            </a:extLst>
          </p:cNvPr>
          <p:cNvSpPr>
            <a:spLocks noGrp="1"/>
          </p:cNvSpPr>
          <p:nvPr>
            <p:ph idx="2" hasCustomPrompt="1"/>
          </p:nvPr>
        </p:nvSpPr>
        <p:spPr>
          <a:xfrm>
            <a:off x="6096000" y="1403349"/>
            <a:ext cx="5394960" cy="4806951"/>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r>
              <a:t>Right column. Max 4 bullets, &lt;= 10 words each.</a:t>
            </a:r>
          </a:p>
        </p:txBody>
      </p:sp>
      <p:pic>
        <p:nvPicPr>
          <p:cNvPr id="4" name="Picture 3" descr="Text  Description automatically generated">
            <a:extLst>
              <a:ext uri="{FF2B5EF4-FFF2-40B4-BE49-F238E27FC236}">
                <a16:creationId xmlns:a16="http://schemas.microsoft.com/office/drawing/2014/main" id="{B906FF28-9E6E-FCE7-887B-D290AB8F5D77}"/>
              </a:ext>
            </a:extLst>
          </p:cNvPr>
          <p:cNvPicPr>
            <a:picLocks noChangeAspect="1"/>
          </p:cNvPicPr>
          <p:nvPr userDrawn="1"/>
        </p:nvPicPr>
        <p:blipFill>
          <a:blip r:embed="rId3"/>
          <a:stretch>
            <a:fillRect/>
          </a:stretch>
        </p:blipFill>
        <p:spPr>
          <a:xfrm>
            <a:off x="10309860" y="339154"/>
            <a:ext cx="1553486" cy="485273"/>
          </a:xfrm>
          <a:prstGeom prst="rect">
            <a:avLst/>
          </a:prstGeom>
        </p:spPr>
      </p:pic>
      <p:sp>
        <p:nvSpPr>
          <p:cNvPr id="8" name="Footer Placeholder 15">
            <a:extLst>
              <a:ext uri="{FF2B5EF4-FFF2-40B4-BE49-F238E27FC236}">
                <a16:creationId xmlns:a16="http://schemas.microsoft.com/office/drawing/2014/main" id="{A921D3A7-9FE4-97D1-71B2-4F6872FE4390}"/>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spTree>
    <p:custDataLst>
      <p:tags r:id="rId1"/>
    </p:custDataLst>
    <p:extLst>
      <p:ext uri="{BB962C8B-B14F-4D97-AF65-F5344CB8AC3E}">
        <p14:creationId xmlns:p14="http://schemas.microsoft.com/office/powerpoint/2010/main" val="4172142078"/>
      </p:ext>
    </p:extLst>
  </p:cSld>
  <p:clrMapOvr>
    <a:masterClrMapping/>
  </p:clrMapOvr>
  <p:extLst>
    <p:ext uri="{DCECCB84-F9BA-43D5-87BE-67443E8EF086}">
      <p15:sldGuideLst xmlns:p15="http://schemas.microsoft.com/office/powerpoint/2012/main">
        <p15:guide id="1" pos="3840" userDrawn="1">
          <p15:clr>
            <a:srgbClr val="FBAE40"/>
          </p15:clr>
        </p15:guide>
        <p15:guide id="2" orient="horz" pos="884"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 Two Column + Subtitle">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587542" cy="457020"/>
          </a:xfrm>
        </p:spPr>
        <p:txBody>
          <a:bodyPr/>
          <a:lstStyle>
            <a:lvl1pPr>
              <a:defRPr>
                <a:solidFill>
                  <a:srgbClr val="005E60"/>
                </a:solidFill>
              </a:defRPr>
            </a:lvl1pPr>
          </a:lstStyle>
          <a:p>
            <a:r>
              <a:rPr lang="en-US"/>
              <a:t>Click to edit Master title style</a:t>
            </a:r>
            <a:endParaRPr lang="en-US" dirty="0"/>
          </a:p>
        </p:txBody>
      </p:sp>
      <p:sp>
        <p:nvSpPr>
          <p:cNvPr id="10" name="Text Placeholder 10">
            <a:extLst>
              <a:ext uri="{FF2B5EF4-FFF2-40B4-BE49-F238E27FC236}">
                <a16:creationId xmlns:a16="http://schemas.microsoft.com/office/drawing/2014/main" id="{D6DDDB0A-C694-6D4F-95F6-714A8D0B4F22}"/>
              </a:ext>
            </a:extLst>
          </p:cNvPr>
          <p:cNvSpPr>
            <a:spLocks noGrp="1"/>
          </p:cNvSpPr>
          <p:nvPr>
            <p:ph type="body" sz="quarter" idx="2"/>
          </p:nvPr>
        </p:nvSpPr>
        <p:spPr>
          <a:xfrm>
            <a:off x="419099" y="1403350"/>
            <a:ext cx="5394960" cy="692150"/>
          </a:xfrm>
        </p:spPr>
        <p:txBody>
          <a:bodyPr/>
          <a:lstStyle>
            <a:lvl1pPr>
              <a:spcAft>
                <a:spcPts val="0"/>
              </a:spcAft>
              <a:defRPr b="0">
                <a:solidFill>
                  <a:srgbClr val="212121"/>
                </a:solidFill>
                <a:latin typeface="Inter Semi Bold" panose="02000703000000020004" pitchFamily="50" charset="0"/>
                <a:ea typeface="Inter Semi Bold" panose="02000703000000020004" pitchFamily="50" charset="0"/>
                <a:cs typeface="Inter Semi Bold" panose="02000703000000020004" pitchFamily="50" charset="0"/>
              </a:defRPr>
            </a:lvl1pPr>
          </a:lstStyle>
          <a:p>
            <a:pPr lvl="0"/>
            <a:r>
              <a:rPr lang="en-US"/>
              <a:t>Click to edit Master text styles</a:t>
            </a:r>
          </a:p>
        </p:txBody>
      </p:sp>
      <p:sp>
        <p:nvSpPr>
          <p:cNvPr id="11" name="Text Placeholder 10">
            <a:extLst>
              <a:ext uri="{FF2B5EF4-FFF2-40B4-BE49-F238E27FC236}">
                <a16:creationId xmlns:a16="http://schemas.microsoft.com/office/drawing/2014/main" id="{8D926142-7B75-6D42-854B-61C11884F2E4}"/>
              </a:ext>
            </a:extLst>
          </p:cNvPr>
          <p:cNvSpPr>
            <a:spLocks noGrp="1"/>
          </p:cNvSpPr>
          <p:nvPr>
            <p:ph type="body" sz="quarter" idx="3"/>
          </p:nvPr>
        </p:nvSpPr>
        <p:spPr>
          <a:xfrm>
            <a:off x="6096000" y="1403350"/>
            <a:ext cx="5394960" cy="692150"/>
          </a:xfrm>
        </p:spPr>
        <p:txBody>
          <a:bodyPr/>
          <a:lstStyle>
            <a:lvl1pPr>
              <a:spcAft>
                <a:spcPts val="0"/>
              </a:spcAft>
              <a:defRPr b="0">
                <a:solidFill>
                  <a:srgbClr val="212121"/>
                </a:solidFill>
                <a:latin typeface="Inter Semi Bold" panose="02000703000000020004" pitchFamily="50" charset="0"/>
                <a:ea typeface="Inter Semi Bold" panose="02000703000000020004" pitchFamily="50" charset="0"/>
                <a:cs typeface="Inter Semi Bold" panose="02000703000000020004" pitchFamily="50" charset="0"/>
              </a:defRPr>
            </a:lvl1pPr>
          </a:lstStyle>
          <a:p>
            <a:pPr lvl="0"/>
            <a:r>
              <a:rPr lang="en-US"/>
              <a:t>Click to edit Master text styles</a:t>
            </a:r>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2095501"/>
            <a:ext cx="5394960" cy="4114800"/>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r>
              <a:t>Subtitle &lt;= 12 words. Max 4 bullets per column.</a:t>
            </a:r>
          </a:p>
        </p:txBody>
      </p:sp>
      <p:sp>
        <p:nvSpPr>
          <p:cNvPr id="7" name="Content Placeholder 2">
            <a:extLst>
              <a:ext uri="{FF2B5EF4-FFF2-40B4-BE49-F238E27FC236}">
                <a16:creationId xmlns:a16="http://schemas.microsoft.com/office/drawing/2014/main" id="{F48D7D23-A4AE-A948-B404-C89F45ED35B7}"/>
              </a:ext>
            </a:extLst>
          </p:cNvPr>
          <p:cNvSpPr>
            <a:spLocks noGrp="1"/>
          </p:cNvSpPr>
          <p:nvPr>
            <p:ph idx="4" hasCustomPrompt="1"/>
          </p:nvPr>
        </p:nvSpPr>
        <p:spPr>
          <a:xfrm>
            <a:off x="6096000" y="2095501"/>
            <a:ext cx="5394960" cy="4114799"/>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pic>
        <p:nvPicPr>
          <p:cNvPr id="4" name="Picture 3" descr="Text  Description automatically generated">
            <a:extLst>
              <a:ext uri="{FF2B5EF4-FFF2-40B4-BE49-F238E27FC236}">
                <a16:creationId xmlns:a16="http://schemas.microsoft.com/office/drawing/2014/main" id="{2F437117-8BD0-3579-70B3-FCB0F41D60C7}"/>
              </a:ext>
            </a:extLst>
          </p:cNvPr>
          <p:cNvPicPr>
            <a:picLocks noChangeAspect="1"/>
          </p:cNvPicPr>
          <p:nvPr userDrawn="1"/>
        </p:nvPicPr>
        <p:blipFill>
          <a:blip r:embed="rId3"/>
          <a:stretch>
            <a:fillRect/>
          </a:stretch>
        </p:blipFill>
        <p:spPr>
          <a:xfrm>
            <a:off x="10309860" y="339154"/>
            <a:ext cx="1553486" cy="485273"/>
          </a:xfrm>
          <a:prstGeom prst="rect">
            <a:avLst/>
          </a:prstGeom>
        </p:spPr>
      </p:pic>
      <p:sp>
        <p:nvSpPr>
          <p:cNvPr id="8" name="Footer Placeholder 15">
            <a:extLst>
              <a:ext uri="{FF2B5EF4-FFF2-40B4-BE49-F238E27FC236}">
                <a16:creationId xmlns:a16="http://schemas.microsoft.com/office/drawing/2014/main" id="{130EFFA2-C032-FC12-6BC9-48DADE2779EA}"/>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spTree>
    <p:custDataLst>
      <p:tags r:id="rId1"/>
    </p:custDataLst>
    <p:extLst>
      <p:ext uri="{BB962C8B-B14F-4D97-AF65-F5344CB8AC3E}">
        <p14:creationId xmlns:p14="http://schemas.microsoft.com/office/powerpoint/2010/main" val="562102217"/>
      </p:ext>
    </p:extLst>
  </p:cSld>
  <p:clrMapOvr>
    <a:masterClrMapping/>
  </p:clrMapOvr>
  <p:extLst>
    <p:ext uri="{DCECCB84-F9BA-43D5-87BE-67443E8EF086}">
      <p15:sldGuideLst xmlns:p15="http://schemas.microsoft.com/office/powerpoint/2012/main">
        <p15:guide id="1" orient="horz" pos="1320" userDrawn="1">
          <p15:clr>
            <a:srgbClr val="FBAE40"/>
          </p15:clr>
        </p15:guide>
        <p15:guide id="2" pos="3840" userDrawn="1">
          <p15:clr>
            <a:srgbClr val="FBAE40"/>
          </p15:clr>
        </p15:guide>
        <p15:guide id="3" orient="horz" pos="884"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 Two Column Asymmetric">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587542" cy="457020"/>
          </a:xfrm>
        </p:spPr>
        <p:txBody>
          <a:bodyPr/>
          <a:lstStyle>
            <a:lvl1pPr>
              <a:defRPr>
                <a:solidFill>
                  <a:srgbClr val="005E60"/>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2" hasCustomPrompt="1"/>
          </p:nvPr>
        </p:nvSpPr>
        <p:spPr>
          <a:xfrm>
            <a:off x="419100" y="1403350"/>
            <a:ext cx="3502152" cy="4806950"/>
          </a:xfrm>
        </p:spPr>
        <p:txBody>
          <a:bodyPr/>
          <a:lstStyle>
            <a:lvl1pPr>
              <a:defRPr>
                <a:solidFill>
                  <a:srgbClr val="212121"/>
                </a:solidFill>
              </a:defRPr>
            </a:lvl1pPr>
            <a:lvl2pPr marL="171450" indent="-171450">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r>
              <a:t>Supporting detail.</a:t>
            </a:r>
          </a:p>
        </p:txBody>
      </p:sp>
      <p:sp>
        <p:nvSpPr>
          <p:cNvPr id="7" name="Content Placeholder 2">
            <a:extLst>
              <a:ext uri="{FF2B5EF4-FFF2-40B4-BE49-F238E27FC236}">
                <a16:creationId xmlns:a16="http://schemas.microsoft.com/office/drawing/2014/main" id="{F48D7D23-A4AE-A948-B404-C89F45ED35B7}"/>
              </a:ext>
            </a:extLst>
          </p:cNvPr>
          <p:cNvSpPr>
            <a:spLocks noGrp="1"/>
          </p:cNvSpPr>
          <p:nvPr>
            <p:ph idx="1" hasCustomPrompt="1"/>
          </p:nvPr>
        </p:nvSpPr>
        <p:spPr>
          <a:xfrm>
            <a:off x="4204404" y="1403351"/>
            <a:ext cx="7290905" cy="4806950"/>
          </a:xfrm>
        </p:spPr>
        <p:txBody>
          <a:bodyPr/>
          <a:lstStyle>
            <a:lvl1pPr>
              <a:defRPr>
                <a:solidFill>
                  <a:srgbClr val="212121"/>
                </a:solidFill>
              </a:defRPr>
            </a:lvl1pPr>
            <a:lvl2pPr marL="171450" indent="-171450">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r>
              <a:t>Lead idea. Max 4 bullets.</a:t>
            </a:r>
          </a:p>
        </p:txBody>
      </p:sp>
      <p:pic>
        <p:nvPicPr>
          <p:cNvPr id="4" name="Picture 3" descr="Text  Description automatically generated">
            <a:extLst>
              <a:ext uri="{FF2B5EF4-FFF2-40B4-BE49-F238E27FC236}">
                <a16:creationId xmlns:a16="http://schemas.microsoft.com/office/drawing/2014/main" id="{5F4792C0-9FE2-4931-3650-4B59AD3104EA}"/>
              </a:ext>
            </a:extLst>
          </p:cNvPr>
          <p:cNvPicPr>
            <a:picLocks noChangeAspect="1"/>
          </p:cNvPicPr>
          <p:nvPr userDrawn="1"/>
        </p:nvPicPr>
        <p:blipFill>
          <a:blip r:embed="rId3"/>
          <a:stretch>
            <a:fillRect/>
          </a:stretch>
        </p:blipFill>
        <p:spPr>
          <a:xfrm>
            <a:off x="10309860" y="339154"/>
            <a:ext cx="1553486" cy="485273"/>
          </a:xfrm>
          <a:prstGeom prst="rect">
            <a:avLst/>
          </a:prstGeom>
        </p:spPr>
      </p:pic>
      <p:sp>
        <p:nvSpPr>
          <p:cNvPr id="8" name="Footer Placeholder 15">
            <a:extLst>
              <a:ext uri="{FF2B5EF4-FFF2-40B4-BE49-F238E27FC236}">
                <a16:creationId xmlns:a16="http://schemas.microsoft.com/office/drawing/2014/main" id="{E6E1E6A5-8795-C79E-AA38-F1E35F263A91}"/>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spTree>
    <p:custDataLst>
      <p:tags r:id="rId1"/>
    </p:custDataLst>
    <p:extLst>
      <p:ext uri="{BB962C8B-B14F-4D97-AF65-F5344CB8AC3E}">
        <p14:creationId xmlns:p14="http://schemas.microsoft.com/office/powerpoint/2010/main" val="2369946922"/>
      </p:ext>
    </p:extLst>
  </p:cSld>
  <p:clrMapOvr>
    <a:masterClrMapping/>
  </p:clrMapOvr>
  <p:extLst>
    <p:ext uri="{DCECCB84-F9BA-43D5-87BE-67443E8EF086}">
      <p15:sldGuideLst xmlns:p15="http://schemas.microsoft.com/office/powerpoint/2012/main">
        <p15:guide id="1" pos="2650">
          <p15:clr>
            <a:srgbClr val="FBAE40"/>
          </p15:clr>
        </p15:guide>
        <p15:guide id="2" pos="5030">
          <p15:clr>
            <a:srgbClr val="FBAE40"/>
          </p15:clr>
        </p15:guide>
        <p15:guide id="3" orient="horz" pos="884">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 Two Column Asymmetric (Bar)">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596166" cy="457020"/>
          </a:xfrm>
        </p:spPr>
        <p:txBody>
          <a:bodyPr/>
          <a:lstStyle>
            <a:lvl1pPr>
              <a:defRPr>
                <a:solidFill>
                  <a:srgbClr val="005E60"/>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2" hasCustomPrompt="1"/>
          </p:nvPr>
        </p:nvSpPr>
        <p:spPr>
          <a:xfrm>
            <a:off x="419100" y="1403350"/>
            <a:ext cx="3502152" cy="4806950"/>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7" name="Content Placeholder 2">
            <a:extLst>
              <a:ext uri="{FF2B5EF4-FFF2-40B4-BE49-F238E27FC236}">
                <a16:creationId xmlns:a16="http://schemas.microsoft.com/office/drawing/2014/main" id="{F48D7D23-A4AE-A948-B404-C89F45ED35B7}"/>
              </a:ext>
            </a:extLst>
          </p:cNvPr>
          <p:cNvSpPr>
            <a:spLocks noGrp="1"/>
          </p:cNvSpPr>
          <p:nvPr>
            <p:ph idx="1" hasCustomPrompt="1"/>
          </p:nvPr>
        </p:nvSpPr>
        <p:spPr>
          <a:xfrm>
            <a:off x="4204404" y="1403351"/>
            <a:ext cx="7290905" cy="4806950"/>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r>
              <a:t>Lead idea left, support right. Max 4 bullets each.</a:t>
            </a:r>
          </a:p>
        </p:txBody>
      </p:sp>
      <p:cxnSp>
        <p:nvCxnSpPr>
          <p:cNvPr id="4" name="Straight Connector 3">
            <a:extLst>
              <a:ext uri="{FF2B5EF4-FFF2-40B4-BE49-F238E27FC236}">
                <a16:creationId xmlns:a16="http://schemas.microsoft.com/office/drawing/2014/main" id="{33408C86-D3E9-F3C1-4977-859065B75513}"/>
              </a:ext>
            </a:extLst>
          </p:cNvPr>
          <p:cNvCxnSpPr>
            <a:cxnSpLocks/>
          </p:cNvCxnSpPr>
          <p:nvPr userDrawn="1"/>
        </p:nvCxnSpPr>
        <p:spPr>
          <a:xfrm>
            <a:off x="4062828" y="1402915"/>
            <a:ext cx="0" cy="4807385"/>
          </a:xfrm>
          <a:prstGeom prst="line">
            <a:avLst/>
          </a:prstGeom>
          <a:ln w="19050">
            <a:solidFill>
              <a:srgbClr val="005E60"/>
            </a:solidFill>
          </a:ln>
        </p:spPr>
        <p:style>
          <a:lnRef idx="1">
            <a:schemeClr val="accent1"/>
          </a:lnRef>
          <a:fillRef idx="0">
            <a:schemeClr val="accent1"/>
          </a:fillRef>
          <a:effectRef idx="0">
            <a:schemeClr val="accent1"/>
          </a:effectRef>
          <a:fontRef idx="minor">
            <a:schemeClr val="tx1"/>
          </a:fontRef>
        </p:style>
      </p:cxnSp>
      <p:pic>
        <p:nvPicPr>
          <p:cNvPr id="8" name="Picture 7" descr="Text  Description automatically generated">
            <a:extLst>
              <a:ext uri="{FF2B5EF4-FFF2-40B4-BE49-F238E27FC236}">
                <a16:creationId xmlns:a16="http://schemas.microsoft.com/office/drawing/2014/main" id="{56ABEBD3-24BE-15F7-DEF9-9F5230BECA90}"/>
              </a:ext>
            </a:extLst>
          </p:cNvPr>
          <p:cNvPicPr>
            <a:picLocks noChangeAspect="1"/>
          </p:cNvPicPr>
          <p:nvPr userDrawn="1"/>
        </p:nvPicPr>
        <p:blipFill>
          <a:blip r:embed="rId3"/>
          <a:stretch>
            <a:fillRect/>
          </a:stretch>
        </p:blipFill>
        <p:spPr>
          <a:xfrm>
            <a:off x="10309860" y="339154"/>
            <a:ext cx="1553486" cy="485273"/>
          </a:xfrm>
          <a:prstGeom prst="rect">
            <a:avLst/>
          </a:prstGeom>
        </p:spPr>
      </p:pic>
      <p:sp>
        <p:nvSpPr>
          <p:cNvPr id="9" name="Footer Placeholder 15">
            <a:extLst>
              <a:ext uri="{FF2B5EF4-FFF2-40B4-BE49-F238E27FC236}">
                <a16:creationId xmlns:a16="http://schemas.microsoft.com/office/drawing/2014/main" id="{36345BB7-0EFA-36D5-F2AC-D08AE3806B34}"/>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spTree>
    <p:custDataLst>
      <p:tags r:id="rId1"/>
    </p:custDataLst>
    <p:extLst>
      <p:ext uri="{BB962C8B-B14F-4D97-AF65-F5344CB8AC3E}">
        <p14:creationId xmlns:p14="http://schemas.microsoft.com/office/powerpoint/2010/main" val="3180485758"/>
      </p:ext>
    </p:extLst>
  </p:cSld>
  <p:clrMapOvr>
    <a:masterClrMapping/>
  </p:clrMapOvr>
  <p:extLst>
    <p:ext uri="{DCECCB84-F9BA-43D5-87BE-67443E8EF086}">
      <p15:sldGuideLst xmlns:p15="http://schemas.microsoft.com/office/powerpoint/2012/main">
        <p15:guide id="1" pos="2650">
          <p15:clr>
            <a:srgbClr val="FBAE40"/>
          </p15:clr>
        </p15:guide>
        <p15:guide id="2" pos="5030">
          <p15:clr>
            <a:srgbClr val="FBAE40"/>
          </p15:clr>
        </p15:guide>
        <p15:guide id="3" orient="horz" pos="884">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 Two Column Asymmetric 2">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544409" cy="457020"/>
          </a:xfrm>
        </p:spPr>
        <p:txBody>
          <a:bodyPr/>
          <a:lstStyle>
            <a:lvl1pPr>
              <a:defRPr>
                <a:solidFill>
                  <a:srgbClr val="005E60"/>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099" y="1403349"/>
            <a:ext cx="7292975" cy="4806951"/>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r>
              <a:t>Lead idea left, support right. Max 4 bullets each.</a:t>
            </a:r>
          </a:p>
        </p:txBody>
      </p:sp>
      <p:sp>
        <p:nvSpPr>
          <p:cNvPr id="8" name="Content Placeholder 2">
            <a:extLst>
              <a:ext uri="{FF2B5EF4-FFF2-40B4-BE49-F238E27FC236}">
                <a16:creationId xmlns:a16="http://schemas.microsoft.com/office/drawing/2014/main" id="{5C934C23-704D-AE40-866D-BF6B0DCFEA7C}"/>
              </a:ext>
            </a:extLst>
          </p:cNvPr>
          <p:cNvSpPr>
            <a:spLocks noGrp="1"/>
          </p:cNvSpPr>
          <p:nvPr>
            <p:ph idx="2" hasCustomPrompt="1"/>
          </p:nvPr>
        </p:nvSpPr>
        <p:spPr>
          <a:xfrm>
            <a:off x="7989707" y="1403350"/>
            <a:ext cx="3502152" cy="4806951"/>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pic>
        <p:nvPicPr>
          <p:cNvPr id="4" name="Picture 3" descr="Text  Description automatically generated">
            <a:extLst>
              <a:ext uri="{FF2B5EF4-FFF2-40B4-BE49-F238E27FC236}">
                <a16:creationId xmlns:a16="http://schemas.microsoft.com/office/drawing/2014/main" id="{E22151AB-5731-BAC5-7B55-0CB75965C41C}"/>
              </a:ext>
            </a:extLst>
          </p:cNvPr>
          <p:cNvPicPr>
            <a:picLocks noChangeAspect="1"/>
          </p:cNvPicPr>
          <p:nvPr userDrawn="1"/>
        </p:nvPicPr>
        <p:blipFill>
          <a:blip r:embed="rId3"/>
          <a:stretch>
            <a:fillRect/>
          </a:stretch>
        </p:blipFill>
        <p:spPr>
          <a:xfrm>
            <a:off x="10309860" y="339154"/>
            <a:ext cx="1553486" cy="485273"/>
          </a:xfrm>
          <a:prstGeom prst="rect">
            <a:avLst/>
          </a:prstGeom>
        </p:spPr>
      </p:pic>
      <p:sp>
        <p:nvSpPr>
          <p:cNvPr id="7" name="Footer Placeholder 15">
            <a:extLst>
              <a:ext uri="{FF2B5EF4-FFF2-40B4-BE49-F238E27FC236}">
                <a16:creationId xmlns:a16="http://schemas.microsoft.com/office/drawing/2014/main" id="{B6006637-4CFF-DA29-70FE-92FAA52065B7}"/>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spTree>
    <p:custDataLst>
      <p:tags r:id="rId1"/>
    </p:custDataLst>
    <p:extLst>
      <p:ext uri="{BB962C8B-B14F-4D97-AF65-F5344CB8AC3E}">
        <p14:creationId xmlns:p14="http://schemas.microsoft.com/office/powerpoint/2010/main" val="1290989164"/>
      </p:ext>
    </p:extLst>
  </p:cSld>
  <p:clrMapOvr>
    <a:masterClrMapping/>
  </p:clrMapOvr>
  <p:extLst>
    <p:ext uri="{DCECCB84-F9BA-43D5-87BE-67443E8EF086}">
      <p15:sldGuideLst xmlns:p15="http://schemas.microsoft.com/office/powerpoint/2012/main">
        <p15:guide id="2" pos="5030">
          <p15:clr>
            <a:srgbClr val="FBAE40"/>
          </p15:clr>
        </p15:guide>
        <p15:guide id="3" orient="horz" pos="884">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 Two Column Asymmetric 2 (Bar)">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596166" cy="457020"/>
          </a:xfrm>
        </p:spPr>
        <p:txBody>
          <a:bodyPr/>
          <a:lstStyle>
            <a:lvl1pPr>
              <a:defRPr>
                <a:solidFill>
                  <a:srgbClr val="005E60"/>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099" y="1403349"/>
            <a:ext cx="7292975" cy="4806951"/>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r>
              <a:t>Lead idea left, support right. Max 4 bullets each.</a:t>
            </a:r>
          </a:p>
        </p:txBody>
      </p:sp>
      <p:sp>
        <p:nvSpPr>
          <p:cNvPr id="8" name="Content Placeholder 2">
            <a:extLst>
              <a:ext uri="{FF2B5EF4-FFF2-40B4-BE49-F238E27FC236}">
                <a16:creationId xmlns:a16="http://schemas.microsoft.com/office/drawing/2014/main" id="{5C934C23-704D-AE40-866D-BF6B0DCFEA7C}"/>
              </a:ext>
            </a:extLst>
          </p:cNvPr>
          <p:cNvSpPr>
            <a:spLocks noGrp="1"/>
          </p:cNvSpPr>
          <p:nvPr>
            <p:ph idx="2" hasCustomPrompt="1"/>
          </p:nvPr>
        </p:nvSpPr>
        <p:spPr>
          <a:xfrm>
            <a:off x="7989707" y="1403350"/>
            <a:ext cx="3502152" cy="4806951"/>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cxnSp>
        <p:nvCxnSpPr>
          <p:cNvPr id="4" name="Straight Connector 3">
            <a:extLst>
              <a:ext uri="{FF2B5EF4-FFF2-40B4-BE49-F238E27FC236}">
                <a16:creationId xmlns:a16="http://schemas.microsoft.com/office/drawing/2014/main" id="{02C79C54-276E-80B9-1B8A-4B6BBAC71B29}"/>
              </a:ext>
            </a:extLst>
          </p:cNvPr>
          <p:cNvCxnSpPr>
            <a:cxnSpLocks/>
          </p:cNvCxnSpPr>
          <p:nvPr userDrawn="1"/>
        </p:nvCxnSpPr>
        <p:spPr>
          <a:xfrm>
            <a:off x="7850890" y="1402915"/>
            <a:ext cx="0" cy="4807385"/>
          </a:xfrm>
          <a:prstGeom prst="line">
            <a:avLst/>
          </a:prstGeom>
          <a:ln w="19050">
            <a:solidFill>
              <a:srgbClr val="005E60"/>
            </a:solidFill>
          </a:ln>
        </p:spPr>
        <p:style>
          <a:lnRef idx="1">
            <a:schemeClr val="accent1"/>
          </a:lnRef>
          <a:fillRef idx="0">
            <a:schemeClr val="accent1"/>
          </a:fillRef>
          <a:effectRef idx="0">
            <a:schemeClr val="accent1"/>
          </a:effectRef>
          <a:fontRef idx="minor">
            <a:schemeClr val="tx1"/>
          </a:fontRef>
        </p:style>
      </p:cxnSp>
      <p:pic>
        <p:nvPicPr>
          <p:cNvPr id="7" name="Picture 6" descr="Text  Description automatically generated">
            <a:extLst>
              <a:ext uri="{FF2B5EF4-FFF2-40B4-BE49-F238E27FC236}">
                <a16:creationId xmlns:a16="http://schemas.microsoft.com/office/drawing/2014/main" id="{7BBA13F7-1863-C7F2-A83F-768EA305A30E}"/>
              </a:ext>
            </a:extLst>
          </p:cNvPr>
          <p:cNvPicPr>
            <a:picLocks noChangeAspect="1"/>
          </p:cNvPicPr>
          <p:nvPr userDrawn="1"/>
        </p:nvPicPr>
        <p:blipFill>
          <a:blip r:embed="rId3"/>
          <a:stretch>
            <a:fillRect/>
          </a:stretch>
        </p:blipFill>
        <p:spPr>
          <a:xfrm>
            <a:off x="10309860" y="339154"/>
            <a:ext cx="1553486" cy="485273"/>
          </a:xfrm>
          <a:prstGeom prst="rect">
            <a:avLst/>
          </a:prstGeom>
        </p:spPr>
      </p:pic>
      <p:sp>
        <p:nvSpPr>
          <p:cNvPr id="9" name="Footer Placeholder 15">
            <a:extLst>
              <a:ext uri="{FF2B5EF4-FFF2-40B4-BE49-F238E27FC236}">
                <a16:creationId xmlns:a16="http://schemas.microsoft.com/office/drawing/2014/main" id="{3C079ABB-4425-2F6A-B71A-F0AFA7248E31}"/>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spTree>
    <p:custDataLst>
      <p:tags r:id="rId1"/>
    </p:custDataLst>
    <p:extLst>
      <p:ext uri="{BB962C8B-B14F-4D97-AF65-F5344CB8AC3E}">
        <p14:creationId xmlns:p14="http://schemas.microsoft.com/office/powerpoint/2010/main" val="2743160294"/>
      </p:ext>
    </p:extLst>
  </p:cSld>
  <p:clrMapOvr>
    <a:masterClrMapping/>
  </p:clrMapOvr>
  <p:extLst>
    <p:ext uri="{DCECCB84-F9BA-43D5-87BE-67443E8EF086}">
      <p15:sldGuideLst xmlns:p15="http://schemas.microsoft.com/office/powerpoint/2012/main">
        <p15:guide id="2" pos="5030" userDrawn="1">
          <p15:clr>
            <a:srgbClr val="FBAE40"/>
          </p15:clr>
        </p15:guide>
        <p15:guide id="3" orient="horz" pos="884"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Content — Three Column">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578915" cy="457020"/>
          </a:xfrm>
        </p:spPr>
        <p:txBody>
          <a:bodyPr/>
          <a:lstStyle>
            <a:lvl1pPr>
              <a:defRPr>
                <a:solidFill>
                  <a:srgbClr val="005E60"/>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1403350"/>
            <a:ext cx="3502152" cy="4806950"/>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r>
              <a:t>Column 1. &lt;= 3 bullets, header &lt;= 4 words.</a:t>
            </a:r>
          </a:p>
        </p:txBody>
      </p:sp>
      <p:sp>
        <p:nvSpPr>
          <p:cNvPr id="7" name="Content Placeholder 2">
            <a:extLst>
              <a:ext uri="{FF2B5EF4-FFF2-40B4-BE49-F238E27FC236}">
                <a16:creationId xmlns:a16="http://schemas.microsoft.com/office/drawing/2014/main" id="{F48D7D23-A4AE-A948-B404-C89F45ED35B7}"/>
              </a:ext>
            </a:extLst>
          </p:cNvPr>
          <p:cNvSpPr>
            <a:spLocks noGrp="1"/>
          </p:cNvSpPr>
          <p:nvPr>
            <p:ph idx="2" hasCustomPrompt="1"/>
          </p:nvPr>
        </p:nvSpPr>
        <p:spPr>
          <a:xfrm>
            <a:off x="4204404" y="1403351"/>
            <a:ext cx="3502152" cy="4806950"/>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r>
              <a:t>Column 2. &lt;= 3 bullets.</a:t>
            </a:r>
          </a:p>
        </p:txBody>
      </p:sp>
      <p:sp>
        <p:nvSpPr>
          <p:cNvPr id="8" name="Content Placeholder 2">
            <a:extLst>
              <a:ext uri="{FF2B5EF4-FFF2-40B4-BE49-F238E27FC236}">
                <a16:creationId xmlns:a16="http://schemas.microsoft.com/office/drawing/2014/main" id="{5C934C23-704D-AE40-866D-BF6B0DCFEA7C}"/>
              </a:ext>
            </a:extLst>
          </p:cNvPr>
          <p:cNvSpPr>
            <a:spLocks noGrp="1"/>
          </p:cNvSpPr>
          <p:nvPr>
            <p:ph idx="3" hasCustomPrompt="1"/>
          </p:nvPr>
        </p:nvSpPr>
        <p:spPr>
          <a:xfrm>
            <a:off x="7989707" y="1403351"/>
            <a:ext cx="3502152" cy="4806950"/>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r>
              <a:t>Column 3. &lt;= 3 bullets.</a:t>
            </a:r>
          </a:p>
        </p:txBody>
      </p:sp>
      <p:pic>
        <p:nvPicPr>
          <p:cNvPr id="4" name="Picture 3" descr="Text  Description automatically generated">
            <a:extLst>
              <a:ext uri="{FF2B5EF4-FFF2-40B4-BE49-F238E27FC236}">
                <a16:creationId xmlns:a16="http://schemas.microsoft.com/office/drawing/2014/main" id="{404E15B6-0BA0-84E6-A568-FC29C85E61F3}"/>
              </a:ext>
            </a:extLst>
          </p:cNvPr>
          <p:cNvPicPr>
            <a:picLocks noChangeAspect="1"/>
          </p:cNvPicPr>
          <p:nvPr userDrawn="1"/>
        </p:nvPicPr>
        <p:blipFill>
          <a:blip r:embed="rId3"/>
          <a:stretch>
            <a:fillRect/>
          </a:stretch>
        </p:blipFill>
        <p:spPr>
          <a:xfrm>
            <a:off x="10309860" y="339154"/>
            <a:ext cx="1553486" cy="485273"/>
          </a:xfrm>
          <a:prstGeom prst="rect">
            <a:avLst/>
          </a:prstGeom>
        </p:spPr>
      </p:pic>
      <p:sp>
        <p:nvSpPr>
          <p:cNvPr id="9" name="Footer Placeholder 15">
            <a:extLst>
              <a:ext uri="{FF2B5EF4-FFF2-40B4-BE49-F238E27FC236}">
                <a16:creationId xmlns:a16="http://schemas.microsoft.com/office/drawing/2014/main" id="{02B0394B-12B9-2083-FEB8-141495C18A55}"/>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spTree>
    <p:custDataLst>
      <p:tags r:id="rId1"/>
    </p:custDataLst>
    <p:extLst>
      <p:ext uri="{BB962C8B-B14F-4D97-AF65-F5344CB8AC3E}">
        <p14:creationId xmlns:p14="http://schemas.microsoft.com/office/powerpoint/2010/main" val="1364173188"/>
      </p:ext>
    </p:extLst>
  </p:cSld>
  <p:clrMapOvr>
    <a:masterClrMapping/>
  </p:clrMapOvr>
  <p:extLst>
    <p:ext uri="{DCECCB84-F9BA-43D5-87BE-67443E8EF086}">
      <p15:sldGuideLst xmlns:p15="http://schemas.microsoft.com/office/powerpoint/2012/main">
        <p15:guide id="1" pos="2650">
          <p15:clr>
            <a:srgbClr val="FBAE40"/>
          </p15:clr>
        </p15:guide>
        <p15:guide id="2" pos="5030">
          <p15:clr>
            <a:srgbClr val="FBAE40"/>
          </p15:clr>
        </p15:guide>
        <p15:guide id="3" orient="horz" pos="884">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Content — Three Column (Bars)">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613418" cy="457020"/>
          </a:xfrm>
        </p:spPr>
        <p:txBody>
          <a:bodyPr/>
          <a:lstStyle>
            <a:lvl1pPr>
              <a:defRPr>
                <a:solidFill>
                  <a:srgbClr val="005E60"/>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1403350"/>
            <a:ext cx="3502152" cy="4806950"/>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r>
              <a:t>&lt;= 3 bullets per column. Headers &lt;= 4 words.</a:t>
            </a:r>
          </a:p>
        </p:txBody>
      </p:sp>
      <p:sp>
        <p:nvSpPr>
          <p:cNvPr id="7" name="Content Placeholder 2">
            <a:extLst>
              <a:ext uri="{FF2B5EF4-FFF2-40B4-BE49-F238E27FC236}">
                <a16:creationId xmlns:a16="http://schemas.microsoft.com/office/drawing/2014/main" id="{F48D7D23-A4AE-A948-B404-C89F45ED35B7}"/>
              </a:ext>
            </a:extLst>
          </p:cNvPr>
          <p:cNvSpPr>
            <a:spLocks noGrp="1"/>
          </p:cNvSpPr>
          <p:nvPr>
            <p:ph idx="2" hasCustomPrompt="1"/>
          </p:nvPr>
        </p:nvSpPr>
        <p:spPr>
          <a:xfrm>
            <a:off x="4204404" y="1403351"/>
            <a:ext cx="3502152" cy="4806950"/>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8" name="Content Placeholder 2">
            <a:extLst>
              <a:ext uri="{FF2B5EF4-FFF2-40B4-BE49-F238E27FC236}">
                <a16:creationId xmlns:a16="http://schemas.microsoft.com/office/drawing/2014/main" id="{5C934C23-704D-AE40-866D-BF6B0DCFEA7C}"/>
              </a:ext>
            </a:extLst>
          </p:cNvPr>
          <p:cNvSpPr>
            <a:spLocks noGrp="1"/>
          </p:cNvSpPr>
          <p:nvPr>
            <p:ph idx="3" hasCustomPrompt="1"/>
          </p:nvPr>
        </p:nvSpPr>
        <p:spPr>
          <a:xfrm>
            <a:off x="7989707" y="1403351"/>
            <a:ext cx="3502152" cy="4806950"/>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cxnSp>
        <p:nvCxnSpPr>
          <p:cNvPr id="4" name="Straight Connector 3">
            <a:extLst>
              <a:ext uri="{FF2B5EF4-FFF2-40B4-BE49-F238E27FC236}">
                <a16:creationId xmlns:a16="http://schemas.microsoft.com/office/drawing/2014/main" id="{33408C86-D3E9-F3C1-4977-859065B75513}"/>
              </a:ext>
            </a:extLst>
          </p:cNvPr>
          <p:cNvCxnSpPr>
            <a:cxnSpLocks/>
          </p:cNvCxnSpPr>
          <p:nvPr userDrawn="1"/>
        </p:nvCxnSpPr>
        <p:spPr>
          <a:xfrm>
            <a:off x="4062828" y="1402915"/>
            <a:ext cx="0" cy="4807385"/>
          </a:xfrm>
          <a:prstGeom prst="line">
            <a:avLst/>
          </a:prstGeom>
          <a:ln w="19050">
            <a:solidFill>
              <a:srgbClr val="005E60"/>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42DC5277-B38B-BFA5-234F-37E859463D25}"/>
              </a:ext>
            </a:extLst>
          </p:cNvPr>
          <p:cNvCxnSpPr>
            <a:cxnSpLocks/>
          </p:cNvCxnSpPr>
          <p:nvPr userDrawn="1"/>
        </p:nvCxnSpPr>
        <p:spPr>
          <a:xfrm>
            <a:off x="7848132" y="1402915"/>
            <a:ext cx="0" cy="4807385"/>
          </a:xfrm>
          <a:prstGeom prst="line">
            <a:avLst/>
          </a:prstGeom>
          <a:ln w="19050">
            <a:solidFill>
              <a:srgbClr val="005E60"/>
            </a:solidFill>
          </a:ln>
        </p:spPr>
        <p:style>
          <a:lnRef idx="1">
            <a:schemeClr val="accent1"/>
          </a:lnRef>
          <a:fillRef idx="0">
            <a:schemeClr val="accent1"/>
          </a:fillRef>
          <a:effectRef idx="0">
            <a:schemeClr val="accent1"/>
          </a:effectRef>
          <a:fontRef idx="minor">
            <a:schemeClr val="tx1"/>
          </a:fontRef>
        </p:style>
      </p:cxnSp>
      <p:pic>
        <p:nvPicPr>
          <p:cNvPr id="10" name="Picture 9" descr="Text  Description automatically generated">
            <a:extLst>
              <a:ext uri="{FF2B5EF4-FFF2-40B4-BE49-F238E27FC236}">
                <a16:creationId xmlns:a16="http://schemas.microsoft.com/office/drawing/2014/main" id="{6F06206D-1B55-79AD-7D01-D0EB3C4108CB}"/>
              </a:ext>
            </a:extLst>
          </p:cNvPr>
          <p:cNvPicPr>
            <a:picLocks noChangeAspect="1"/>
          </p:cNvPicPr>
          <p:nvPr userDrawn="1"/>
        </p:nvPicPr>
        <p:blipFill>
          <a:blip r:embed="rId3"/>
          <a:stretch>
            <a:fillRect/>
          </a:stretch>
        </p:blipFill>
        <p:spPr>
          <a:xfrm>
            <a:off x="10309860" y="339154"/>
            <a:ext cx="1553486" cy="485273"/>
          </a:xfrm>
          <a:prstGeom prst="rect">
            <a:avLst/>
          </a:prstGeom>
        </p:spPr>
      </p:pic>
      <p:sp>
        <p:nvSpPr>
          <p:cNvPr id="11" name="Footer Placeholder 15">
            <a:extLst>
              <a:ext uri="{FF2B5EF4-FFF2-40B4-BE49-F238E27FC236}">
                <a16:creationId xmlns:a16="http://schemas.microsoft.com/office/drawing/2014/main" id="{6AA19732-5DB3-4171-CEA3-9065A8A6D396}"/>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spTree>
    <p:custDataLst>
      <p:tags r:id="rId1"/>
    </p:custDataLst>
    <p:extLst>
      <p:ext uri="{BB962C8B-B14F-4D97-AF65-F5344CB8AC3E}">
        <p14:creationId xmlns:p14="http://schemas.microsoft.com/office/powerpoint/2010/main" val="2821405647"/>
      </p:ext>
    </p:extLst>
  </p:cSld>
  <p:clrMapOvr>
    <a:masterClrMapping/>
  </p:clrMapOvr>
  <p:extLst>
    <p:ext uri="{DCECCB84-F9BA-43D5-87BE-67443E8EF086}">
      <p15:sldGuideLst xmlns:p15="http://schemas.microsoft.com/office/powerpoint/2012/main">
        <p15:guide id="1" pos="2650" userDrawn="1">
          <p15:clr>
            <a:srgbClr val="FBAE40"/>
          </p15:clr>
        </p15:guide>
        <p15:guide id="2" pos="5030" userDrawn="1">
          <p15:clr>
            <a:srgbClr val="FBAE40"/>
          </p15:clr>
        </p15:guide>
        <p15:guide id="3" orient="horz" pos="884"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Content — Four Column">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596168" cy="457020"/>
          </a:xfrm>
        </p:spPr>
        <p:txBody>
          <a:bodyPr/>
          <a:lstStyle>
            <a:lvl1pPr>
              <a:defRPr>
                <a:solidFill>
                  <a:srgbClr val="005E60"/>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099" y="1403349"/>
            <a:ext cx="2569464" cy="4806951"/>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r>
              <a:t>Column 1 — short header + 1-2 lines.</a:t>
            </a:r>
          </a:p>
        </p:txBody>
      </p:sp>
      <p:sp>
        <p:nvSpPr>
          <p:cNvPr id="7" name="Content Placeholder 2">
            <a:extLst>
              <a:ext uri="{FF2B5EF4-FFF2-40B4-BE49-F238E27FC236}">
                <a16:creationId xmlns:a16="http://schemas.microsoft.com/office/drawing/2014/main" id="{F48D7D23-A4AE-A948-B404-C89F45ED35B7}"/>
              </a:ext>
            </a:extLst>
          </p:cNvPr>
          <p:cNvSpPr>
            <a:spLocks noGrp="1"/>
          </p:cNvSpPr>
          <p:nvPr>
            <p:ph idx="2" hasCustomPrompt="1"/>
          </p:nvPr>
        </p:nvSpPr>
        <p:spPr>
          <a:xfrm>
            <a:off x="3257549" y="1403349"/>
            <a:ext cx="2569464" cy="4806951"/>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r>
              <a:t>Column 2.</a:t>
            </a:r>
          </a:p>
        </p:txBody>
      </p:sp>
      <p:sp>
        <p:nvSpPr>
          <p:cNvPr id="8" name="Content Placeholder 2">
            <a:extLst>
              <a:ext uri="{FF2B5EF4-FFF2-40B4-BE49-F238E27FC236}">
                <a16:creationId xmlns:a16="http://schemas.microsoft.com/office/drawing/2014/main" id="{D1F40F60-BBD9-9E4F-84D2-0B668EDB1695}"/>
              </a:ext>
            </a:extLst>
          </p:cNvPr>
          <p:cNvSpPr>
            <a:spLocks noGrp="1"/>
          </p:cNvSpPr>
          <p:nvPr>
            <p:ph idx="3" hasCustomPrompt="1"/>
          </p:nvPr>
        </p:nvSpPr>
        <p:spPr>
          <a:xfrm>
            <a:off x="6095999" y="1403350"/>
            <a:ext cx="2569464" cy="4806951"/>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r>
              <a:t>Column 3.</a:t>
            </a:r>
          </a:p>
        </p:txBody>
      </p:sp>
      <p:sp>
        <p:nvSpPr>
          <p:cNvPr id="9" name="Content Placeholder 2">
            <a:extLst>
              <a:ext uri="{FF2B5EF4-FFF2-40B4-BE49-F238E27FC236}">
                <a16:creationId xmlns:a16="http://schemas.microsoft.com/office/drawing/2014/main" id="{3AA94E17-ACE2-234E-94FB-6DBEE6BAF77B}"/>
              </a:ext>
            </a:extLst>
          </p:cNvPr>
          <p:cNvSpPr>
            <a:spLocks noGrp="1"/>
          </p:cNvSpPr>
          <p:nvPr>
            <p:ph idx="4" hasCustomPrompt="1"/>
          </p:nvPr>
        </p:nvSpPr>
        <p:spPr>
          <a:xfrm>
            <a:off x="8934450" y="1403350"/>
            <a:ext cx="2569464" cy="4806951"/>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r>
              <a:t>Column 4.</a:t>
            </a:r>
          </a:p>
        </p:txBody>
      </p:sp>
      <p:pic>
        <p:nvPicPr>
          <p:cNvPr id="4" name="Picture 3" descr="Text  Description automatically generated">
            <a:extLst>
              <a:ext uri="{FF2B5EF4-FFF2-40B4-BE49-F238E27FC236}">
                <a16:creationId xmlns:a16="http://schemas.microsoft.com/office/drawing/2014/main" id="{5CB7DF46-A9CC-4BD9-D472-6BF977C64294}"/>
              </a:ext>
            </a:extLst>
          </p:cNvPr>
          <p:cNvPicPr>
            <a:picLocks noChangeAspect="1"/>
          </p:cNvPicPr>
          <p:nvPr userDrawn="1"/>
        </p:nvPicPr>
        <p:blipFill>
          <a:blip r:embed="rId3"/>
          <a:stretch>
            <a:fillRect/>
          </a:stretch>
        </p:blipFill>
        <p:spPr>
          <a:xfrm>
            <a:off x="10309860" y="339154"/>
            <a:ext cx="1553486" cy="485273"/>
          </a:xfrm>
          <a:prstGeom prst="rect">
            <a:avLst/>
          </a:prstGeom>
        </p:spPr>
      </p:pic>
      <p:sp>
        <p:nvSpPr>
          <p:cNvPr id="10" name="Footer Placeholder 15">
            <a:extLst>
              <a:ext uri="{FF2B5EF4-FFF2-40B4-BE49-F238E27FC236}">
                <a16:creationId xmlns:a16="http://schemas.microsoft.com/office/drawing/2014/main" id="{344F9DB3-94A4-4FB1-FCDC-A495244861FB}"/>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spTree>
    <p:custDataLst>
      <p:tags r:id="rId1"/>
    </p:custDataLst>
    <p:extLst>
      <p:ext uri="{BB962C8B-B14F-4D97-AF65-F5344CB8AC3E}">
        <p14:creationId xmlns:p14="http://schemas.microsoft.com/office/powerpoint/2010/main" val="4162642070"/>
      </p:ext>
    </p:extLst>
  </p:cSld>
  <p:clrMapOvr>
    <a:masterClrMapping/>
  </p:clrMapOvr>
  <p:extLst>
    <p:ext uri="{DCECCB84-F9BA-43D5-87BE-67443E8EF086}">
      <p15:sldGuideLst xmlns:p15="http://schemas.microsoft.com/office/powerpoint/2012/main">
        <p15:guide id="1" pos="2056">
          <p15:clr>
            <a:srgbClr val="FBAE40"/>
          </p15:clr>
        </p15:guide>
        <p15:guide id="2" pos="5628">
          <p15:clr>
            <a:srgbClr val="FBAE40"/>
          </p15:clr>
        </p15:guide>
        <p15:guide id="3" pos="3840">
          <p15:clr>
            <a:srgbClr val="FBAE40"/>
          </p15:clr>
        </p15:guide>
        <p15:guide id="4" orient="horz" pos="884">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Content — Four Column (Bars)">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587540" cy="457020"/>
          </a:xfrm>
        </p:spPr>
        <p:txBody>
          <a:bodyPr/>
          <a:lstStyle>
            <a:lvl1pPr>
              <a:defRPr>
                <a:solidFill>
                  <a:srgbClr val="005E60"/>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099" y="1403349"/>
            <a:ext cx="2569464" cy="4806951"/>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r>
              <a:t>Short header + 1-2 lines per column. No paragraphs.</a:t>
            </a:r>
          </a:p>
        </p:txBody>
      </p:sp>
      <p:sp>
        <p:nvSpPr>
          <p:cNvPr id="7" name="Content Placeholder 2">
            <a:extLst>
              <a:ext uri="{FF2B5EF4-FFF2-40B4-BE49-F238E27FC236}">
                <a16:creationId xmlns:a16="http://schemas.microsoft.com/office/drawing/2014/main" id="{F48D7D23-A4AE-A948-B404-C89F45ED35B7}"/>
              </a:ext>
            </a:extLst>
          </p:cNvPr>
          <p:cNvSpPr>
            <a:spLocks noGrp="1"/>
          </p:cNvSpPr>
          <p:nvPr>
            <p:ph idx="2" hasCustomPrompt="1"/>
          </p:nvPr>
        </p:nvSpPr>
        <p:spPr>
          <a:xfrm>
            <a:off x="3257549" y="1403349"/>
            <a:ext cx="2569464" cy="4806951"/>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8" name="Content Placeholder 2">
            <a:extLst>
              <a:ext uri="{FF2B5EF4-FFF2-40B4-BE49-F238E27FC236}">
                <a16:creationId xmlns:a16="http://schemas.microsoft.com/office/drawing/2014/main" id="{D1F40F60-BBD9-9E4F-84D2-0B668EDB1695}"/>
              </a:ext>
            </a:extLst>
          </p:cNvPr>
          <p:cNvSpPr>
            <a:spLocks noGrp="1"/>
          </p:cNvSpPr>
          <p:nvPr>
            <p:ph idx="3" hasCustomPrompt="1"/>
          </p:nvPr>
        </p:nvSpPr>
        <p:spPr>
          <a:xfrm>
            <a:off x="6095999" y="1403350"/>
            <a:ext cx="2569464" cy="4806951"/>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9" name="Content Placeholder 2">
            <a:extLst>
              <a:ext uri="{FF2B5EF4-FFF2-40B4-BE49-F238E27FC236}">
                <a16:creationId xmlns:a16="http://schemas.microsoft.com/office/drawing/2014/main" id="{3AA94E17-ACE2-234E-94FB-6DBEE6BAF77B}"/>
              </a:ext>
            </a:extLst>
          </p:cNvPr>
          <p:cNvSpPr>
            <a:spLocks noGrp="1"/>
          </p:cNvSpPr>
          <p:nvPr>
            <p:ph idx="4" hasCustomPrompt="1"/>
          </p:nvPr>
        </p:nvSpPr>
        <p:spPr>
          <a:xfrm>
            <a:off x="8934450" y="1403350"/>
            <a:ext cx="2569464" cy="4806951"/>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cxnSp>
        <p:nvCxnSpPr>
          <p:cNvPr id="4" name="Straight Connector 3">
            <a:extLst>
              <a:ext uri="{FF2B5EF4-FFF2-40B4-BE49-F238E27FC236}">
                <a16:creationId xmlns:a16="http://schemas.microsoft.com/office/drawing/2014/main" id="{71E6CAA3-D2BE-B7A9-9C26-22C4F1F5EDDD}"/>
              </a:ext>
            </a:extLst>
          </p:cNvPr>
          <p:cNvCxnSpPr>
            <a:cxnSpLocks/>
          </p:cNvCxnSpPr>
          <p:nvPr userDrawn="1"/>
        </p:nvCxnSpPr>
        <p:spPr>
          <a:xfrm>
            <a:off x="3123056" y="1402915"/>
            <a:ext cx="0" cy="4807385"/>
          </a:xfrm>
          <a:prstGeom prst="line">
            <a:avLst/>
          </a:prstGeom>
          <a:ln w="19050">
            <a:solidFill>
              <a:srgbClr val="005E60"/>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A8865847-B1DD-F900-9C6C-8E3E630784E8}"/>
              </a:ext>
            </a:extLst>
          </p:cNvPr>
          <p:cNvCxnSpPr>
            <a:cxnSpLocks/>
          </p:cNvCxnSpPr>
          <p:nvPr userDrawn="1"/>
        </p:nvCxnSpPr>
        <p:spPr>
          <a:xfrm>
            <a:off x="5961506" y="1402915"/>
            <a:ext cx="0" cy="4807385"/>
          </a:xfrm>
          <a:prstGeom prst="line">
            <a:avLst/>
          </a:prstGeom>
          <a:ln w="19050">
            <a:solidFill>
              <a:srgbClr val="005E6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B4BCFFAC-C9D0-7B24-E424-D791DC86FA9A}"/>
              </a:ext>
            </a:extLst>
          </p:cNvPr>
          <p:cNvCxnSpPr>
            <a:cxnSpLocks/>
          </p:cNvCxnSpPr>
          <p:nvPr userDrawn="1"/>
        </p:nvCxnSpPr>
        <p:spPr>
          <a:xfrm>
            <a:off x="8799956" y="1402915"/>
            <a:ext cx="0" cy="4807385"/>
          </a:xfrm>
          <a:prstGeom prst="line">
            <a:avLst/>
          </a:prstGeom>
          <a:ln w="19050">
            <a:solidFill>
              <a:srgbClr val="005E60"/>
            </a:solidFill>
          </a:ln>
        </p:spPr>
        <p:style>
          <a:lnRef idx="1">
            <a:schemeClr val="accent1"/>
          </a:lnRef>
          <a:fillRef idx="0">
            <a:schemeClr val="accent1"/>
          </a:fillRef>
          <a:effectRef idx="0">
            <a:schemeClr val="accent1"/>
          </a:effectRef>
          <a:fontRef idx="minor">
            <a:schemeClr val="tx1"/>
          </a:fontRef>
        </p:style>
      </p:cxnSp>
      <p:pic>
        <p:nvPicPr>
          <p:cNvPr id="12" name="Picture 11" descr="Text  Description automatically generated">
            <a:extLst>
              <a:ext uri="{FF2B5EF4-FFF2-40B4-BE49-F238E27FC236}">
                <a16:creationId xmlns:a16="http://schemas.microsoft.com/office/drawing/2014/main" id="{F179F5EF-F643-19DD-3442-114B11F58335}"/>
              </a:ext>
            </a:extLst>
          </p:cNvPr>
          <p:cNvPicPr>
            <a:picLocks noChangeAspect="1"/>
          </p:cNvPicPr>
          <p:nvPr userDrawn="1"/>
        </p:nvPicPr>
        <p:blipFill>
          <a:blip r:embed="rId3"/>
          <a:stretch>
            <a:fillRect/>
          </a:stretch>
        </p:blipFill>
        <p:spPr>
          <a:xfrm>
            <a:off x="10309860" y="339154"/>
            <a:ext cx="1553486" cy="485273"/>
          </a:xfrm>
          <a:prstGeom prst="rect">
            <a:avLst/>
          </a:prstGeom>
        </p:spPr>
      </p:pic>
      <p:sp>
        <p:nvSpPr>
          <p:cNvPr id="13" name="Footer Placeholder 15">
            <a:extLst>
              <a:ext uri="{FF2B5EF4-FFF2-40B4-BE49-F238E27FC236}">
                <a16:creationId xmlns:a16="http://schemas.microsoft.com/office/drawing/2014/main" id="{27512AE6-0BE8-8360-8C66-96B86F86B990}"/>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spTree>
    <p:custDataLst>
      <p:tags r:id="rId1"/>
    </p:custDataLst>
    <p:extLst>
      <p:ext uri="{BB962C8B-B14F-4D97-AF65-F5344CB8AC3E}">
        <p14:creationId xmlns:p14="http://schemas.microsoft.com/office/powerpoint/2010/main" val="466450991"/>
      </p:ext>
    </p:extLst>
  </p:cSld>
  <p:clrMapOvr>
    <a:masterClrMapping/>
  </p:clrMapOvr>
  <p:extLst>
    <p:ext uri="{DCECCB84-F9BA-43D5-87BE-67443E8EF086}">
      <p15:sldGuideLst xmlns:p15="http://schemas.microsoft.com/office/powerpoint/2012/main">
        <p15:guide id="1" pos="2056" userDrawn="1">
          <p15:clr>
            <a:srgbClr val="FBAE40"/>
          </p15:clr>
        </p15:guide>
        <p15:guide id="2" pos="5628" userDrawn="1">
          <p15:clr>
            <a:srgbClr val="FBAE40"/>
          </p15:clr>
        </p15:guide>
        <p15:guide id="3" pos="3840" userDrawn="1">
          <p15:clr>
            <a:srgbClr val="FBAE40"/>
          </p15:clr>
        </p15:guide>
        <p15:guide id="4" orient="horz" pos="884"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 Two-Thirds + One-Thir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466769" cy="457020"/>
          </a:xfrm>
        </p:spPr>
        <p:txBody>
          <a:bodyPr/>
          <a:lstStyle>
            <a:lvl1pPr>
              <a:defRPr>
                <a:solidFill>
                  <a:srgbClr val="005E60"/>
                </a:solidFill>
              </a:defRPr>
            </a:lvl1pPr>
          </a:lstStyle>
          <a:p>
            <a:r>
              <a:rPr lang="en-US"/>
              <a:t>Click to edit Master title style</a:t>
            </a:r>
            <a:endParaRPr lang="en-US" dirty="0"/>
          </a:p>
        </p:txBody>
      </p:sp>
      <p:sp>
        <p:nvSpPr>
          <p:cNvPr id="10" name="Text Placeholder 10">
            <a:extLst>
              <a:ext uri="{FF2B5EF4-FFF2-40B4-BE49-F238E27FC236}">
                <a16:creationId xmlns:a16="http://schemas.microsoft.com/office/drawing/2014/main" id="{6A24B364-E635-8148-9DBE-C364F1D3BC53}"/>
              </a:ext>
            </a:extLst>
          </p:cNvPr>
          <p:cNvSpPr>
            <a:spLocks noGrp="1"/>
          </p:cNvSpPr>
          <p:nvPr>
            <p:ph type="body" sz="quarter" idx="2"/>
          </p:nvPr>
        </p:nvSpPr>
        <p:spPr>
          <a:xfrm>
            <a:off x="419099" y="1403350"/>
            <a:ext cx="7296912" cy="692150"/>
          </a:xfrm>
        </p:spPr>
        <p:txBody>
          <a:bodyPr/>
          <a:lstStyle>
            <a:lvl1pPr>
              <a:spcAft>
                <a:spcPts val="0"/>
              </a:spcAft>
              <a:defRPr b="0">
                <a:solidFill>
                  <a:srgbClr val="212121"/>
                </a:solidFill>
                <a:latin typeface="Inter Semi Bold" panose="02000703000000020004" pitchFamily="50" charset="0"/>
                <a:ea typeface="Inter Semi Bold" panose="02000703000000020004" pitchFamily="50" charset="0"/>
                <a:cs typeface="Inter Semi Bold" panose="02000703000000020004" pitchFamily="50" charset="0"/>
              </a:defRPr>
            </a:lvl1pPr>
          </a:lstStyle>
          <a:p>
            <a:pPr lvl="0"/>
            <a:r>
              <a:rPr lang="en-US"/>
              <a:t>Click to edit Master text styles</a:t>
            </a:r>
          </a:p>
        </p:txBody>
      </p:sp>
      <p:sp>
        <p:nvSpPr>
          <p:cNvPr id="11" name="Text Placeholder 10">
            <a:extLst>
              <a:ext uri="{FF2B5EF4-FFF2-40B4-BE49-F238E27FC236}">
                <a16:creationId xmlns:a16="http://schemas.microsoft.com/office/drawing/2014/main" id="{F265EA83-2EC6-BE4F-96E1-74D20B473B4D}"/>
              </a:ext>
            </a:extLst>
          </p:cNvPr>
          <p:cNvSpPr>
            <a:spLocks noGrp="1"/>
          </p:cNvSpPr>
          <p:nvPr>
            <p:ph type="body" sz="quarter" idx="3"/>
          </p:nvPr>
        </p:nvSpPr>
        <p:spPr>
          <a:xfrm>
            <a:off x="8000999" y="1403350"/>
            <a:ext cx="3787133" cy="692150"/>
          </a:xfrm>
        </p:spPr>
        <p:txBody>
          <a:bodyPr/>
          <a:lstStyle>
            <a:lvl1pPr>
              <a:spcAft>
                <a:spcPts val="0"/>
              </a:spcAft>
              <a:defRPr b="0">
                <a:solidFill>
                  <a:srgbClr val="212121"/>
                </a:solidFill>
                <a:latin typeface="Inter Semi Bold" panose="02000703000000020004" pitchFamily="50" charset="0"/>
                <a:ea typeface="Inter Semi Bold" panose="02000703000000020004" pitchFamily="50" charset="0"/>
                <a:cs typeface="Inter Semi Bold" panose="02000703000000020004" pitchFamily="50" charset="0"/>
              </a:defRPr>
            </a:lvl1pPr>
          </a:lstStyle>
          <a:p>
            <a:pPr lvl="0"/>
            <a:r>
              <a:rPr lang="en-US"/>
              <a:t>Click to edit Master text styles</a:t>
            </a:r>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099" y="2095501"/>
            <a:ext cx="7296912" cy="4114799"/>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r>
              <a:t>Main content left; supporting note right.</a:t>
            </a:r>
          </a:p>
        </p:txBody>
      </p:sp>
      <p:sp>
        <p:nvSpPr>
          <p:cNvPr id="8" name="Content Placeholder 2">
            <a:extLst>
              <a:ext uri="{FF2B5EF4-FFF2-40B4-BE49-F238E27FC236}">
                <a16:creationId xmlns:a16="http://schemas.microsoft.com/office/drawing/2014/main" id="{5C934C23-704D-AE40-866D-BF6B0DCFEA7C}"/>
              </a:ext>
            </a:extLst>
          </p:cNvPr>
          <p:cNvSpPr>
            <a:spLocks noGrp="1"/>
          </p:cNvSpPr>
          <p:nvPr>
            <p:ph idx="4" hasCustomPrompt="1"/>
          </p:nvPr>
        </p:nvSpPr>
        <p:spPr>
          <a:xfrm>
            <a:off x="8000997" y="2095501"/>
            <a:ext cx="3771899" cy="4114800"/>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cxnSp>
        <p:nvCxnSpPr>
          <p:cNvPr id="4" name="Straight Connector 3">
            <a:extLst>
              <a:ext uri="{FF2B5EF4-FFF2-40B4-BE49-F238E27FC236}">
                <a16:creationId xmlns:a16="http://schemas.microsoft.com/office/drawing/2014/main" id="{1A5C9CC5-B8DE-1A0B-AEAF-078158CE873D}"/>
              </a:ext>
            </a:extLst>
          </p:cNvPr>
          <p:cNvCxnSpPr>
            <a:cxnSpLocks/>
          </p:cNvCxnSpPr>
          <p:nvPr userDrawn="1"/>
        </p:nvCxnSpPr>
        <p:spPr>
          <a:xfrm>
            <a:off x="7850890" y="1402915"/>
            <a:ext cx="0" cy="4807385"/>
          </a:xfrm>
          <a:prstGeom prst="line">
            <a:avLst/>
          </a:prstGeom>
          <a:ln w="19050">
            <a:solidFill>
              <a:srgbClr val="005E60"/>
            </a:solidFill>
          </a:ln>
        </p:spPr>
        <p:style>
          <a:lnRef idx="1">
            <a:schemeClr val="accent1"/>
          </a:lnRef>
          <a:fillRef idx="0">
            <a:schemeClr val="accent1"/>
          </a:fillRef>
          <a:effectRef idx="0">
            <a:schemeClr val="accent1"/>
          </a:effectRef>
          <a:fontRef idx="minor">
            <a:schemeClr val="tx1"/>
          </a:fontRef>
        </p:style>
      </p:cxnSp>
      <p:pic>
        <p:nvPicPr>
          <p:cNvPr id="7" name="Picture 6" descr="Text  Description automatically generated">
            <a:extLst>
              <a:ext uri="{FF2B5EF4-FFF2-40B4-BE49-F238E27FC236}">
                <a16:creationId xmlns:a16="http://schemas.microsoft.com/office/drawing/2014/main" id="{C287820B-9605-1150-C001-4792D5A7E407}"/>
              </a:ext>
            </a:extLst>
          </p:cNvPr>
          <p:cNvPicPr>
            <a:picLocks noChangeAspect="1"/>
          </p:cNvPicPr>
          <p:nvPr userDrawn="1"/>
        </p:nvPicPr>
        <p:blipFill>
          <a:blip r:embed="rId3"/>
          <a:stretch>
            <a:fillRect/>
          </a:stretch>
        </p:blipFill>
        <p:spPr>
          <a:xfrm>
            <a:off x="10309860" y="339154"/>
            <a:ext cx="1553486" cy="485273"/>
          </a:xfrm>
          <a:prstGeom prst="rect">
            <a:avLst/>
          </a:prstGeom>
        </p:spPr>
      </p:pic>
      <p:sp>
        <p:nvSpPr>
          <p:cNvPr id="9" name="Footer Placeholder 15">
            <a:extLst>
              <a:ext uri="{FF2B5EF4-FFF2-40B4-BE49-F238E27FC236}">
                <a16:creationId xmlns:a16="http://schemas.microsoft.com/office/drawing/2014/main" id="{13DDB821-528C-407C-7414-E650782196B5}"/>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spTree>
    <p:custDataLst>
      <p:tags r:id="rId1"/>
    </p:custDataLst>
    <p:extLst>
      <p:ext uri="{BB962C8B-B14F-4D97-AF65-F5344CB8AC3E}">
        <p14:creationId xmlns:p14="http://schemas.microsoft.com/office/powerpoint/2010/main" val="4106879767"/>
      </p:ext>
    </p:extLst>
  </p:cSld>
  <p:clrMapOvr>
    <a:masterClrMapping/>
  </p:clrMapOvr>
  <p:extLst>
    <p:ext uri="{DCECCB84-F9BA-43D5-87BE-67443E8EF086}">
      <p15:sldGuideLst xmlns:p15="http://schemas.microsoft.com/office/powerpoint/2012/main">
        <p15:guide id="2" pos="5040" userDrawn="1">
          <p15:clr>
            <a:srgbClr val="FBAE40"/>
          </p15:clr>
        </p15:guide>
        <p15:guide id="3" orient="horz" pos="1320" userDrawn="1">
          <p15:clr>
            <a:srgbClr val="FBAE40"/>
          </p15:clr>
        </p15:guide>
        <p15:guide id="4" orient="horz" pos="884"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Content — Full Photo Backgroun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43C0532-DBFF-2022-5F35-01DC75E41C0E}"/>
              </a:ext>
            </a:extLst>
          </p:cNvPr>
          <p:cNvSpPr/>
          <p:nvPr userDrawn="1"/>
        </p:nvSpPr>
        <p:spPr>
          <a:xfrm>
            <a:off x="0" y="1402915"/>
            <a:ext cx="12192000" cy="5455085"/>
          </a:xfrm>
          <a:prstGeom prst="rect">
            <a:avLst/>
          </a:prstGeom>
          <a:solidFill>
            <a:srgbClr val="005E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spcAft>
                <a:spcPts val="600"/>
              </a:spcAft>
            </a:pPr>
            <a:endParaRPr lang="en-US" dirty="0">
              <a:solidFill>
                <a:schemeClr val="tx1"/>
              </a:solidFill>
              <a:latin typeface="Inter" panose="02000503000000020004" pitchFamily="2" charset="0"/>
            </a:endParaRPr>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chemeClr val="bg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613421" cy="457020"/>
          </a:xfrm>
        </p:spPr>
        <p:txBody>
          <a:bodyPr/>
          <a:lstStyle>
            <a:lvl1pPr>
              <a:defRPr>
                <a:solidFill>
                  <a:schemeClr val="tx1"/>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1403349"/>
            <a:ext cx="11353800" cy="4806951"/>
          </a:xfrm>
          <a:noFill/>
        </p:spPr>
        <p:txBody>
          <a:bodyPr lIns="0" tIns="182880" rIns="0" bIns="0">
            <a:noAutofit/>
          </a:bodyPr>
          <a:lstStyle>
            <a:lvl1pPr>
              <a:defRPr>
                <a:solidFill>
                  <a:schemeClr val="bg1"/>
                </a:solidFill>
              </a:defRPr>
            </a:lvl1pPr>
            <a:lvl2pPr marL="174625" indent="-174625">
              <a:buClr>
                <a:schemeClr val="bg1"/>
              </a:buClr>
              <a:buFont typeface="Arial" panose="020B0604020202020204" pitchFamily="34" charset="0"/>
              <a:buChar cha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rgbClr val="C8FF08"/>
              </a:buClr>
              <a:defRPr>
                <a:solidFill>
                  <a:schemeClr val="bg1"/>
                </a:solidFill>
              </a:defRPr>
            </a:lvl5pPr>
          </a:lstStyle>
          <a:p>
            <a:r>
              <a:t>Keep text short for contrast. &lt;= 3 lines.</a:t>
            </a:r>
          </a:p>
        </p:txBody>
      </p:sp>
      <p:pic>
        <p:nvPicPr>
          <p:cNvPr id="8" name="Picture 7" descr="Text  Description automatically generated">
            <a:extLst>
              <a:ext uri="{FF2B5EF4-FFF2-40B4-BE49-F238E27FC236}">
                <a16:creationId xmlns:a16="http://schemas.microsoft.com/office/drawing/2014/main" id="{DCECCD58-6B53-F6DC-FD8A-F86F07E65273}"/>
              </a:ext>
            </a:extLst>
          </p:cNvPr>
          <p:cNvPicPr>
            <a:picLocks noChangeAspect="1"/>
          </p:cNvPicPr>
          <p:nvPr userDrawn="1"/>
        </p:nvPicPr>
        <p:blipFill>
          <a:blip r:embed="rId3"/>
          <a:stretch>
            <a:fillRect/>
          </a:stretch>
        </p:blipFill>
        <p:spPr>
          <a:xfrm>
            <a:off x="10309860" y="339154"/>
            <a:ext cx="1553486" cy="485273"/>
          </a:xfrm>
          <a:prstGeom prst="rect">
            <a:avLst/>
          </a:prstGeom>
        </p:spPr>
      </p:pic>
      <p:sp>
        <p:nvSpPr>
          <p:cNvPr id="7" name="Footer Placeholder 15">
            <a:extLst>
              <a:ext uri="{FF2B5EF4-FFF2-40B4-BE49-F238E27FC236}">
                <a16:creationId xmlns:a16="http://schemas.microsoft.com/office/drawing/2014/main" id="{7A278797-887B-4DF5-EB13-48AB84D24D7D}"/>
              </a:ext>
            </a:extLst>
          </p:cNvPr>
          <p:cNvSpPr>
            <a:spLocks noGrp="1"/>
          </p:cNvSpPr>
          <p:nvPr>
            <p:ph type="ftr" sz="quarter" idx="4294967295"/>
          </p:nvPr>
        </p:nvSpPr>
        <p:spPr>
          <a:xfrm>
            <a:off x="419100" y="6492875"/>
            <a:ext cx="10248900" cy="244653"/>
          </a:xfrm>
        </p:spPr>
        <p:txBody>
          <a:bodyPr/>
          <a:lstStyle>
            <a:lvl1pPr>
              <a:defRPr>
                <a:solidFill>
                  <a:schemeClr val="bg1"/>
                </a:solidFill>
              </a:defRPr>
            </a:lvl1pPr>
          </a:lstStyle>
          <a:p>
            <a:pPr defTabSz="914126"/>
            <a:r>
              <a:rPr lang="en-US" sz="800" dirty="0">
                <a:ea typeface="Inter" panose="02000503000000020004" pitchFamily="2" charset="0"/>
              </a:rPr>
              <a:t>© 2026 GE Vernova and/or its affiliates. All rights reserved.</a:t>
            </a:r>
            <a:endParaRPr lang="en-US" sz="800" dirty="0"/>
          </a:p>
        </p:txBody>
      </p:sp>
    </p:spTree>
    <p:custDataLst>
      <p:tags r:id="rId1"/>
    </p:custDataLst>
    <p:extLst>
      <p:ext uri="{BB962C8B-B14F-4D97-AF65-F5344CB8AC3E}">
        <p14:creationId xmlns:p14="http://schemas.microsoft.com/office/powerpoint/2010/main" val="3208661785"/>
      </p:ext>
    </p:extLst>
  </p:cSld>
  <p:clrMapOvr>
    <a:masterClrMapping/>
  </p:clrMapOvr>
  <p:extLst>
    <p:ext uri="{DCECCB84-F9BA-43D5-87BE-67443E8EF086}">
      <p15:sldGuideLst xmlns:p15="http://schemas.microsoft.com/office/powerpoint/2012/main">
        <p15:guide id="1" orient="horz" pos="884"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 Boxed (One Column)">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p>
            <a:fld id="{7A7A97EF-C944-4447-B862-B593E9B4A0FF}" type="slidenum">
              <a:r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777323" cy="457020"/>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1403349"/>
            <a:ext cx="11071860" cy="4806951"/>
          </a:xfrm>
          <a:solidFill>
            <a:srgbClr val="E3E3E3"/>
          </a:solidFill>
        </p:spPr>
        <p:txBody>
          <a:bodyPr lIns="182880" tIns="182880" rIns="182880" bIns="182880"/>
          <a:lstStyle>
            <a:lvl2pPr marL="174625" indent="-174625">
              <a:buClr>
                <a:schemeClr val="tx2"/>
              </a:buClr>
              <a:buFont typeface="Arial" panose="020B0604020202020204" pitchFamily="34" charset="0"/>
              <a:buChar char="•"/>
              <a:defRPr/>
            </a:lvl2pPr>
            <a:lvl3pPr>
              <a:buClr>
                <a:schemeClr val="tx2"/>
              </a:buClr>
              <a:defRPr/>
            </a:lvl3pPr>
            <a:lvl4pPr>
              <a:buClr>
                <a:schemeClr val="tx2"/>
              </a:buClr>
              <a:defRPr/>
            </a:lvl4pPr>
          </a:lstStyle>
          <a:p>
            <a:r>
              <a:t>One idea per box. Header + &lt;= 3 bullets each.</a:t>
            </a:r>
          </a:p>
        </p:txBody>
      </p:sp>
      <p:pic>
        <p:nvPicPr>
          <p:cNvPr id="4" name="Picture 3" descr="Text  Description automatically generated">
            <a:extLst>
              <a:ext uri="{FF2B5EF4-FFF2-40B4-BE49-F238E27FC236}">
                <a16:creationId xmlns:a16="http://schemas.microsoft.com/office/drawing/2014/main" id="{2C2A4A3E-D4B8-672E-E828-A2571A7B04DD}"/>
              </a:ext>
            </a:extLst>
          </p:cNvPr>
          <p:cNvPicPr>
            <a:picLocks noChangeAspect="1"/>
          </p:cNvPicPr>
          <p:nvPr userDrawn="1"/>
        </p:nvPicPr>
        <p:blipFill>
          <a:blip r:embed="rId3"/>
          <a:stretch>
            <a:fillRect/>
          </a:stretch>
        </p:blipFill>
        <p:spPr>
          <a:xfrm>
            <a:off x="10309860" y="339154"/>
            <a:ext cx="1553486" cy="485273"/>
          </a:xfrm>
          <a:prstGeom prst="rect">
            <a:avLst/>
          </a:prstGeom>
        </p:spPr>
      </p:pic>
      <p:sp>
        <p:nvSpPr>
          <p:cNvPr id="7" name="Footer Placeholder 15">
            <a:extLst>
              <a:ext uri="{FF2B5EF4-FFF2-40B4-BE49-F238E27FC236}">
                <a16:creationId xmlns:a16="http://schemas.microsoft.com/office/drawing/2014/main" id="{3672ABEC-0EDA-22BD-65FE-791E9EE774E9}"/>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spTree>
    <p:custDataLst>
      <p:tags r:id="rId1"/>
    </p:custDataLst>
    <p:extLst>
      <p:ext uri="{BB962C8B-B14F-4D97-AF65-F5344CB8AC3E}">
        <p14:creationId xmlns:p14="http://schemas.microsoft.com/office/powerpoint/2010/main" val="3257206721"/>
      </p:ext>
    </p:extLst>
  </p:cSld>
  <p:clrMapOvr>
    <a:masterClrMapping/>
  </p:clrMapOvr>
  <p:extLst>
    <p:ext uri="{DCECCB84-F9BA-43D5-87BE-67443E8EF086}">
      <p15:sldGuideLst xmlns:p15="http://schemas.microsoft.com/office/powerpoint/2012/main">
        <p15:guide id="1" pos="3840" userDrawn="1">
          <p15:clr>
            <a:srgbClr val="FBAE40"/>
          </p15:clr>
        </p15:guide>
        <p15:guide id="2" orient="horz" pos="884"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Content — Boxed (Two Column)">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p>
            <a:fld id="{7A7A97EF-C944-4447-B862-B593E9B4A0FF}" type="slidenum">
              <a:r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777323" cy="457020"/>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1403349"/>
            <a:ext cx="5394960" cy="4806951"/>
          </a:xfrm>
          <a:solidFill>
            <a:srgbClr val="E3E3E3"/>
          </a:solidFill>
        </p:spPr>
        <p:txBody>
          <a:bodyPr lIns="182880" tIns="182880" rIns="182880" bIns="182880"/>
          <a:lstStyle>
            <a:lvl2pPr marL="174625" indent="-174625">
              <a:buClr>
                <a:schemeClr val="tx2"/>
              </a:buClr>
              <a:buFont typeface="Arial" panose="020B0604020202020204" pitchFamily="34" charset="0"/>
              <a:buChar char="•"/>
              <a:defRPr/>
            </a:lvl2pPr>
            <a:lvl3pPr>
              <a:buClr>
                <a:schemeClr val="tx2"/>
              </a:buClr>
              <a:defRPr/>
            </a:lvl3pPr>
            <a:lvl4pPr>
              <a:buClr>
                <a:schemeClr val="tx2"/>
              </a:buClr>
              <a:defRPr/>
            </a:lvl4pPr>
          </a:lstStyle>
          <a:p>
            <a:r>
              <a:t>One idea per box. Header + &lt;= 3 bullets each.</a:t>
            </a:r>
          </a:p>
        </p:txBody>
      </p:sp>
      <p:sp>
        <p:nvSpPr>
          <p:cNvPr id="7" name="Content Placeholder 2">
            <a:extLst>
              <a:ext uri="{FF2B5EF4-FFF2-40B4-BE49-F238E27FC236}">
                <a16:creationId xmlns:a16="http://schemas.microsoft.com/office/drawing/2014/main" id="{F48D7D23-A4AE-A948-B404-C89F45ED35B7}"/>
              </a:ext>
            </a:extLst>
          </p:cNvPr>
          <p:cNvSpPr>
            <a:spLocks noGrp="1"/>
          </p:cNvSpPr>
          <p:nvPr>
            <p:ph idx="2" hasCustomPrompt="1"/>
          </p:nvPr>
        </p:nvSpPr>
        <p:spPr>
          <a:xfrm>
            <a:off x="6096000" y="1403349"/>
            <a:ext cx="5394960" cy="4806951"/>
          </a:xfrm>
          <a:solidFill>
            <a:srgbClr val="E3E3E3"/>
          </a:solidFill>
        </p:spPr>
        <p:txBody>
          <a:bodyPr lIns="182880" tIns="182880" rIns="182880" bIns="182880"/>
          <a:lstStyle>
            <a:lvl2pPr marL="174625" indent="-174625">
              <a:buClr>
                <a:schemeClr val="tx2"/>
              </a:buClr>
              <a:buFont typeface="Arial" panose="020B0604020202020204" pitchFamily="34" charset="0"/>
              <a:buChar char="•"/>
              <a:defRPr/>
            </a:lvl2pPr>
            <a:lvl3pPr>
              <a:buClr>
                <a:schemeClr val="tx2"/>
              </a:buClr>
              <a:defRPr/>
            </a:lvl3pPr>
            <a:lvl4pPr>
              <a:buClr>
                <a:schemeClr val="tx2"/>
              </a:buClr>
              <a:defRPr/>
            </a:lvl4pPr>
          </a:lstStyle>
          <a:p>
            <a:pPr lvl="0"/>
            <a:r>
              <a:rPr lang="en-US" dirty="0"/>
              <a:t>Level 1 text</a:t>
            </a:r>
          </a:p>
          <a:p>
            <a:pPr lvl="1"/>
            <a:r>
              <a:rPr lang="en-US" dirty="0"/>
              <a:t>Level 2 text</a:t>
            </a:r>
          </a:p>
          <a:p>
            <a:pPr lvl="2"/>
            <a:r>
              <a:rPr lang="en-US" dirty="0"/>
              <a:t>Level 3 text</a:t>
            </a:r>
          </a:p>
          <a:p>
            <a:pPr lvl="3"/>
            <a:r>
              <a:rPr lang="en-US" dirty="0"/>
              <a:t>Level 4 text</a:t>
            </a:r>
          </a:p>
          <a:p>
            <a:pPr lvl="4"/>
            <a:endParaRPr lang="en-US" dirty="0"/>
          </a:p>
        </p:txBody>
      </p:sp>
      <p:pic>
        <p:nvPicPr>
          <p:cNvPr id="4" name="Picture 3" descr="Text  Description automatically generated">
            <a:extLst>
              <a:ext uri="{FF2B5EF4-FFF2-40B4-BE49-F238E27FC236}">
                <a16:creationId xmlns:a16="http://schemas.microsoft.com/office/drawing/2014/main" id="{2C2A4A3E-D4B8-672E-E828-A2571A7B04DD}"/>
              </a:ext>
            </a:extLst>
          </p:cNvPr>
          <p:cNvPicPr>
            <a:picLocks noChangeAspect="1"/>
          </p:cNvPicPr>
          <p:nvPr userDrawn="1"/>
        </p:nvPicPr>
        <p:blipFill>
          <a:blip r:embed="rId3"/>
          <a:stretch>
            <a:fillRect/>
          </a:stretch>
        </p:blipFill>
        <p:spPr>
          <a:xfrm>
            <a:off x="10309860" y="339154"/>
            <a:ext cx="1553486" cy="485273"/>
          </a:xfrm>
          <a:prstGeom prst="rect">
            <a:avLst/>
          </a:prstGeom>
        </p:spPr>
      </p:pic>
      <p:sp>
        <p:nvSpPr>
          <p:cNvPr id="8" name="Footer Placeholder 15">
            <a:extLst>
              <a:ext uri="{FF2B5EF4-FFF2-40B4-BE49-F238E27FC236}">
                <a16:creationId xmlns:a16="http://schemas.microsoft.com/office/drawing/2014/main" id="{A3951F52-DC48-A7D4-2824-F5307F064DE8}"/>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spTree>
    <p:custDataLst>
      <p:tags r:id="rId1"/>
    </p:custDataLst>
    <p:extLst>
      <p:ext uri="{BB962C8B-B14F-4D97-AF65-F5344CB8AC3E}">
        <p14:creationId xmlns:p14="http://schemas.microsoft.com/office/powerpoint/2010/main" val="739847199"/>
      </p:ext>
    </p:extLst>
  </p:cSld>
  <p:clrMapOvr>
    <a:masterClrMapping/>
  </p:clrMapOvr>
  <p:extLst>
    <p:ext uri="{DCECCB84-F9BA-43D5-87BE-67443E8EF086}">
      <p15:sldGuideLst xmlns:p15="http://schemas.microsoft.com/office/powerpoint/2012/main">
        <p15:guide id="1" pos="3840" userDrawn="1">
          <p15:clr>
            <a:srgbClr val="FBAE40"/>
          </p15:clr>
        </p15:guide>
        <p15:guide id="2" orient="horz" pos="884"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p:cSld name="Content — Boxed (Three Column)">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p>
            <a:fld id="{7A7A97EF-C944-4447-B862-B593E9B4A0FF}" type="slidenum">
              <a:r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682432" cy="457020"/>
          </a:xfrm>
        </p:spPr>
        <p:txBody>
          <a:bodyPr/>
          <a:lstStyle>
            <a:lvl1pPr>
              <a:defRPr>
                <a:solidFill>
                  <a:schemeClr val="tx1"/>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1403350"/>
            <a:ext cx="3502152" cy="4806950"/>
          </a:xfrm>
          <a:solidFill>
            <a:srgbClr val="E3E3E3"/>
          </a:solidFill>
        </p:spPr>
        <p:txBody>
          <a:bodyPr lIns="182880" tIns="182880" rIns="182880" bIns="182880"/>
          <a:lstStyle>
            <a:lvl2pPr marL="174625" indent="-174625">
              <a:buClrTx/>
              <a:buFont typeface="Arial" panose="020B0604020202020204" pitchFamily="34" charset="0"/>
              <a:buChar char="•"/>
              <a:defRPr/>
            </a:lvl2pPr>
            <a:lvl3pPr>
              <a:buClrTx/>
              <a:defRPr/>
            </a:lvl3pPr>
            <a:lvl4pPr>
              <a:buClrTx/>
              <a:defRPr/>
            </a:lvl4pPr>
          </a:lstStyle>
          <a:p>
            <a:r>
              <a:t>One idea per box. Header + &lt;= 3 bullets each.</a:t>
            </a:r>
          </a:p>
        </p:txBody>
      </p:sp>
      <p:sp>
        <p:nvSpPr>
          <p:cNvPr id="7" name="Content Placeholder 2">
            <a:extLst>
              <a:ext uri="{FF2B5EF4-FFF2-40B4-BE49-F238E27FC236}">
                <a16:creationId xmlns:a16="http://schemas.microsoft.com/office/drawing/2014/main" id="{F48D7D23-A4AE-A948-B404-C89F45ED35B7}"/>
              </a:ext>
            </a:extLst>
          </p:cNvPr>
          <p:cNvSpPr>
            <a:spLocks noGrp="1"/>
          </p:cNvSpPr>
          <p:nvPr>
            <p:ph idx="2" hasCustomPrompt="1"/>
          </p:nvPr>
        </p:nvSpPr>
        <p:spPr>
          <a:xfrm>
            <a:off x="4206539" y="1403351"/>
            <a:ext cx="3502152" cy="4806950"/>
          </a:xfrm>
          <a:solidFill>
            <a:srgbClr val="E3E3E3"/>
          </a:solidFill>
        </p:spPr>
        <p:txBody>
          <a:bodyPr lIns="182880" tIns="182880" rIns="182880" bIns="182880"/>
          <a:lstStyle>
            <a:lvl2pPr marL="174625" indent="-174625">
              <a:buClrTx/>
              <a:buFont typeface="Arial" panose="020B0604020202020204" pitchFamily="34" charset="0"/>
              <a:buChar char="•"/>
              <a:defRPr/>
            </a:lvl2pPr>
            <a:lvl3pPr>
              <a:buClrTx/>
              <a:defRPr/>
            </a:lvl3pPr>
            <a:lvl4pPr>
              <a:buClrTx/>
              <a:defRPr/>
            </a:lvl4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8" name="Content Placeholder 2">
            <a:extLst>
              <a:ext uri="{FF2B5EF4-FFF2-40B4-BE49-F238E27FC236}">
                <a16:creationId xmlns:a16="http://schemas.microsoft.com/office/drawing/2014/main" id="{5C934C23-704D-AE40-866D-BF6B0DCFEA7C}"/>
              </a:ext>
            </a:extLst>
          </p:cNvPr>
          <p:cNvSpPr>
            <a:spLocks noGrp="1"/>
          </p:cNvSpPr>
          <p:nvPr>
            <p:ph idx="3" hasCustomPrompt="1"/>
          </p:nvPr>
        </p:nvSpPr>
        <p:spPr>
          <a:xfrm>
            <a:off x="7989707" y="1403351"/>
            <a:ext cx="3502152" cy="4806950"/>
          </a:xfrm>
          <a:solidFill>
            <a:srgbClr val="E3E3E3"/>
          </a:solidFill>
        </p:spPr>
        <p:txBody>
          <a:bodyPr lIns="182880" tIns="182880" rIns="182880" bIns="182880"/>
          <a:lstStyle>
            <a:lvl2pPr marL="174625" indent="-174625">
              <a:buClrTx/>
              <a:buFont typeface="Arial" panose="020B0604020202020204" pitchFamily="34" charset="0"/>
              <a:buChar char="•"/>
              <a:defRPr/>
            </a:lvl2pPr>
            <a:lvl3pPr>
              <a:buClrTx/>
              <a:defRPr/>
            </a:lvl3pPr>
            <a:lvl4pPr>
              <a:buClrTx/>
              <a:defRPr/>
            </a:lvl4pPr>
          </a:lstStyle>
          <a:p>
            <a:pPr lvl="0"/>
            <a:r>
              <a:rPr lang="en-US" dirty="0"/>
              <a:t>Level 1 text</a:t>
            </a:r>
          </a:p>
          <a:p>
            <a:pPr lvl="1"/>
            <a:r>
              <a:rPr lang="en-US" dirty="0"/>
              <a:t>Level 2 text</a:t>
            </a:r>
          </a:p>
          <a:p>
            <a:pPr lvl="2"/>
            <a:r>
              <a:rPr lang="en-US" dirty="0"/>
              <a:t>Level 3 text</a:t>
            </a:r>
          </a:p>
          <a:p>
            <a:pPr lvl="3"/>
            <a:r>
              <a:rPr lang="en-US" dirty="0"/>
              <a:t>Level 4 text</a:t>
            </a:r>
          </a:p>
        </p:txBody>
      </p:sp>
      <p:pic>
        <p:nvPicPr>
          <p:cNvPr id="4" name="Picture 3" descr="Text  Description automatically generated">
            <a:extLst>
              <a:ext uri="{FF2B5EF4-FFF2-40B4-BE49-F238E27FC236}">
                <a16:creationId xmlns:a16="http://schemas.microsoft.com/office/drawing/2014/main" id="{6EE8FD0A-8C5E-E7DE-4656-7844FF43109D}"/>
              </a:ext>
            </a:extLst>
          </p:cNvPr>
          <p:cNvPicPr>
            <a:picLocks noChangeAspect="1"/>
          </p:cNvPicPr>
          <p:nvPr userDrawn="1"/>
        </p:nvPicPr>
        <p:blipFill>
          <a:blip r:embed="rId3"/>
          <a:stretch>
            <a:fillRect/>
          </a:stretch>
        </p:blipFill>
        <p:spPr>
          <a:xfrm>
            <a:off x="10309860" y="339154"/>
            <a:ext cx="1553486" cy="485273"/>
          </a:xfrm>
          <a:prstGeom prst="rect">
            <a:avLst/>
          </a:prstGeom>
        </p:spPr>
      </p:pic>
      <p:sp>
        <p:nvSpPr>
          <p:cNvPr id="9" name="Footer Placeholder 15">
            <a:extLst>
              <a:ext uri="{FF2B5EF4-FFF2-40B4-BE49-F238E27FC236}">
                <a16:creationId xmlns:a16="http://schemas.microsoft.com/office/drawing/2014/main" id="{BEB8EA9E-A092-E815-FA6C-B16D231FCE7D}"/>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spTree>
    <p:custDataLst>
      <p:tags r:id="rId1"/>
    </p:custDataLst>
    <p:extLst>
      <p:ext uri="{BB962C8B-B14F-4D97-AF65-F5344CB8AC3E}">
        <p14:creationId xmlns:p14="http://schemas.microsoft.com/office/powerpoint/2010/main" val="181804034"/>
      </p:ext>
    </p:extLst>
  </p:cSld>
  <p:clrMapOvr>
    <a:masterClrMapping/>
  </p:clrMapOvr>
  <p:extLst>
    <p:ext uri="{DCECCB84-F9BA-43D5-87BE-67443E8EF086}">
      <p15:sldGuideLst xmlns:p15="http://schemas.microsoft.com/office/powerpoint/2012/main">
        <p15:guide id="1" pos="2650" userDrawn="1">
          <p15:clr>
            <a:srgbClr val="FBAE40"/>
          </p15:clr>
        </p15:guide>
        <p15:guide id="2" pos="5030" userDrawn="1">
          <p15:clr>
            <a:srgbClr val="FBAE40"/>
          </p15:clr>
        </p15:guide>
        <p15:guide id="3" orient="horz" pos="884" userDrawn="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Content — Boxed (Four Column)">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p>
            <a:fld id="{7A7A97EF-C944-4447-B862-B593E9B4A0FF}" type="slidenum">
              <a:r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890760" cy="457020"/>
          </a:xfrm>
        </p:spPr>
        <p:txBody>
          <a:bodyPr/>
          <a:lstStyle>
            <a:lvl1pPr>
              <a:defRPr>
                <a:solidFill>
                  <a:schemeClr val="tx1"/>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099" y="1403349"/>
            <a:ext cx="2569464" cy="4806951"/>
          </a:xfrm>
          <a:solidFill>
            <a:srgbClr val="E3E3E3"/>
          </a:solidFill>
        </p:spPr>
        <p:txBody>
          <a:bodyPr lIns="182880" tIns="182880" rIns="182880" bIns="182880"/>
          <a:lstStyle>
            <a:lvl2pPr marL="174625" indent="-174625">
              <a:buClrTx/>
              <a:buFont typeface="Arial" panose="020B0604020202020204" pitchFamily="34" charset="0"/>
              <a:buChar char="•"/>
              <a:defRPr/>
            </a:lvl2pPr>
            <a:lvl3pPr>
              <a:buClrTx/>
              <a:defRPr/>
            </a:lvl3pPr>
            <a:lvl4pPr>
              <a:buClrTx/>
              <a:defRPr/>
            </a:lvl4pPr>
          </a:lstStyle>
          <a:p>
            <a:r>
              <a:t>One idea per box. Header + &lt;= 3 bullets each.</a:t>
            </a:r>
          </a:p>
        </p:txBody>
      </p:sp>
      <p:sp>
        <p:nvSpPr>
          <p:cNvPr id="7" name="Content Placeholder 2">
            <a:extLst>
              <a:ext uri="{FF2B5EF4-FFF2-40B4-BE49-F238E27FC236}">
                <a16:creationId xmlns:a16="http://schemas.microsoft.com/office/drawing/2014/main" id="{F48D7D23-A4AE-A948-B404-C89F45ED35B7}"/>
              </a:ext>
            </a:extLst>
          </p:cNvPr>
          <p:cNvSpPr>
            <a:spLocks noGrp="1"/>
          </p:cNvSpPr>
          <p:nvPr>
            <p:ph idx="2" hasCustomPrompt="1"/>
          </p:nvPr>
        </p:nvSpPr>
        <p:spPr>
          <a:xfrm>
            <a:off x="3263899" y="1403349"/>
            <a:ext cx="2569464" cy="4806951"/>
          </a:xfrm>
          <a:solidFill>
            <a:srgbClr val="E3E3E3"/>
          </a:solidFill>
        </p:spPr>
        <p:txBody>
          <a:bodyPr lIns="182880" tIns="182880" rIns="182880" bIns="182880"/>
          <a:lstStyle>
            <a:lvl2pPr marL="174625" indent="-174625">
              <a:buClrTx/>
              <a:buFont typeface="Arial" panose="020B0604020202020204" pitchFamily="34" charset="0"/>
              <a:buChar char="•"/>
              <a:defRPr/>
            </a:lvl2pPr>
            <a:lvl3pPr>
              <a:buClrTx/>
              <a:defRPr/>
            </a:lvl3pPr>
            <a:lvl4pPr>
              <a:buClrTx/>
              <a:defRPr/>
            </a:lvl4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8" name="Content Placeholder 2">
            <a:extLst>
              <a:ext uri="{FF2B5EF4-FFF2-40B4-BE49-F238E27FC236}">
                <a16:creationId xmlns:a16="http://schemas.microsoft.com/office/drawing/2014/main" id="{D1F40F60-BBD9-9E4F-84D2-0B668EDB1695}"/>
              </a:ext>
            </a:extLst>
          </p:cNvPr>
          <p:cNvSpPr>
            <a:spLocks noGrp="1"/>
          </p:cNvSpPr>
          <p:nvPr>
            <p:ph idx="3" hasCustomPrompt="1"/>
          </p:nvPr>
        </p:nvSpPr>
        <p:spPr>
          <a:xfrm>
            <a:off x="6096000" y="1403350"/>
            <a:ext cx="2569464" cy="4806951"/>
          </a:xfrm>
          <a:solidFill>
            <a:srgbClr val="E3E3E3"/>
          </a:solidFill>
        </p:spPr>
        <p:txBody>
          <a:bodyPr lIns="182880" tIns="182880" rIns="182880" bIns="182880"/>
          <a:lstStyle>
            <a:lvl2pPr marL="174625" indent="-174625">
              <a:buClrTx/>
              <a:buFont typeface="Arial" panose="020B0604020202020204" pitchFamily="34" charset="0"/>
              <a:buChar char="•"/>
              <a:defRPr/>
            </a:lvl2pPr>
            <a:lvl3pPr>
              <a:buClrTx/>
              <a:defRPr/>
            </a:lvl3pPr>
            <a:lvl4pPr>
              <a:buClrTx/>
              <a:defRPr/>
            </a:lvl4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9" name="Content Placeholder 2">
            <a:extLst>
              <a:ext uri="{FF2B5EF4-FFF2-40B4-BE49-F238E27FC236}">
                <a16:creationId xmlns:a16="http://schemas.microsoft.com/office/drawing/2014/main" id="{3AA94E17-ACE2-234E-94FB-6DBEE6BAF77B}"/>
              </a:ext>
            </a:extLst>
          </p:cNvPr>
          <p:cNvSpPr>
            <a:spLocks noGrp="1"/>
          </p:cNvSpPr>
          <p:nvPr>
            <p:ph idx="4" hasCustomPrompt="1"/>
          </p:nvPr>
        </p:nvSpPr>
        <p:spPr>
          <a:xfrm>
            <a:off x="8934450" y="1403350"/>
            <a:ext cx="2569464" cy="4806951"/>
          </a:xfrm>
          <a:solidFill>
            <a:srgbClr val="E3E3E3"/>
          </a:solidFill>
        </p:spPr>
        <p:txBody>
          <a:bodyPr lIns="182880" tIns="182880" rIns="182880" bIns="182880"/>
          <a:lstStyle>
            <a:lvl2pPr marL="174625" indent="-174625">
              <a:buClrTx/>
              <a:buFont typeface="Arial" panose="020B0604020202020204" pitchFamily="34" charset="0"/>
              <a:buChar char="•"/>
              <a:defRPr/>
            </a:lvl2pPr>
            <a:lvl3pPr>
              <a:buClrTx/>
              <a:defRPr/>
            </a:lvl3pPr>
            <a:lvl4pPr>
              <a:buClrTx/>
              <a:defRPr/>
            </a:lvl4pPr>
          </a:lstStyle>
          <a:p>
            <a:pPr lvl="0"/>
            <a:r>
              <a:rPr lang="en-US" dirty="0"/>
              <a:t>Level 1 text</a:t>
            </a:r>
          </a:p>
          <a:p>
            <a:pPr lvl="1"/>
            <a:r>
              <a:rPr lang="en-US" dirty="0"/>
              <a:t>Level 2 text</a:t>
            </a:r>
          </a:p>
          <a:p>
            <a:pPr lvl="2"/>
            <a:r>
              <a:rPr lang="en-US" dirty="0"/>
              <a:t>Level 3 text</a:t>
            </a:r>
          </a:p>
          <a:p>
            <a:pPr lvl="3"/>
            <a:r>
              <a:rPr lang="en-US" dirty="0"/>
              <a:t>Level 4 text</a:t>
            </a:r>
          </a:p>
        </p:txBody>
      </p:sp>
      <p:pic>
        <p:nvPicPr>
          <p:cNvPr id="4" name="Picture 3" descr="Text  Description automatically generated">
            <a:extLst>
              <a:ext uri="{FF2B5EF4-FFF2-40B4-BE49-F238E27FC236}">
                <a16:creationId xmlns:a16="http://schemas.microsoft.com/office/drawing/2014/main" id="{A126E61B-5B00-C74E-A14F-005A2D3E23ED}"/>
              </a:ext>
            </a:extLst>
          </p:cNvPr>
          <p:cNvPicPr>
            <a:picLocks noChangeAspect="1"/>
          </p:cNvPicPr>
          <p:nvPr userDrawn="1"/>
        </p:nvPicPr>
        <p:blipFill>
          <a:blip r:embed="rId3"/>
          <a:stretch>
            <a:fillRect/>
          </a:stretch>
        </p:blipFill>
        <p:spPr>
          <a:xfrm>
            <a:off x="10309860" y="339154"/>
            <a:ext cx="1553486" cy="485273"/>
          </a:xfrm>
          <a:prstGeom prst="rect">
            <a:avLst/>
          </a:prstGeom>
        </p:spPr>
      </p:pic>
      <p:sp>
        <p:nvSpPr>
          <p:cNvPr id="10" name="Footer Placeholder 15">
            <a:extLst>
              <a:ext uri="{FF2B5EF4-FFF2-40B4-BE49-F238E27FC236}">
                <a16:creationId xmlns:a16="http://schemas.microsoft.com/office/drawing/2014/main" id="{192411F8-CBE6-BB9A-E30E-38F0DC1B4E90}"/>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spTree>
    <p:custDataLst>
      <p:tags r:id="rId1"/>
    </p:custDataLst>
    <p:extLst>
      <p:ext uri="{BB962C8B-B14F-4D97-AF65-F5344CB8AC3E}">
        <p14:creationId xmlns:p14="http://schemas.microsoft.com/office/powerpoint/2010/main" val="1758873889"/>
      </p:ext>
    </p:extLst>
  </p:cSld>
  <p:clrMapOvr>
    <a:masterClrMapping/>
  </p:clrMapOvr>
  <p:extLst>
    <p:ext uri="{DCECCB84-F9BA-43D5-87BE-67443E8EF086}">
      <p15:sldGuideLst xmlns:p15="http://schemas.microsoft.com/office/powerpoint/2012/main">
        <p15:guide id="1" pos="2056" userDrawn="1">
          <p15:clr>
            <a:srgbClr val="FBAE40"/>
          </p15:clr>
        </p15:guide>
        <p15:guide id="2" pos="5628" userDrawn="1">
          <p15:clr>
            <a:srgbClr val="FBAE40"/>
          </p15:clr>
        </p15:guide>
        <p15:guide id="3" pos="3840" userDrawn="1">
          <p15:clr>
            <a:srgbClr val="FBAE40"/>
          </p15:clr>
        </p15:guide>
        <p15:guide id="4" orient="horz" pos="884" userDrawn="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 Boxed (Two Column Asymmetric)">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p>
            <a:fld id="{7A7A97EF-C944-4447-B862-B593E9B4A0FF}" type="slidenum">
              <a:r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890760" cy="457020"/>
          </a:xfrm>
        </p:spPr>
        <p:txBody>
          <a:bodyPr/>
          <a:lstStyle>
            <a:lvl1pPr>
              <a:defRPr>
                <a:solidFill>
                  <a:schemeClr val="tx1"/>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099" y="1403349"/>
            <a:ext cx="7292975" cy="4806951"/>
          </a:xfrm>
          <a:solidFill>
            <a:srgbClr val="E3E3E3"/>
          </a:solidFill>
        </p:spPr>
        <p:txBody>
          <a:bodyPr lIns="182880" tIns="182880" rIns="182880" bIns="182880"/>
          <a:lstStyle>
            <a:lvl2pPr marL="174625" indent="-174625">
              <a:buClrTx/>
              <a:buFont typeface="Arial" panose="020B0604020202020204" pitchFamily="34" charset="0"/>
              <a:buChar char="•"/>
              <a:defRPr/>
            </a:lvl2pPr>
            <a:lvl3pPr>
              <a:buClrTx/>
              <a:defRPr/>
            </a:lvl3pPr>
            <a:lvl4pPr>
              <a:buClrTx/>
              <a:defRPr/>
            </a:lvl4pPr>
          </a:lstStyle>
          <a:p>
            <a:r>
              <a:t>One idea per box. Header + &lt;= 3 bullets each.</a:t>
            </a:r>
          </a:p>
        </p:txBody>
      </p:sp>
      <p:sp>
        <p:nvSpPr>
          <p:cNvPr id="8" name="Content Placeholder 2">
            <a:extLst>
              <a:ext uri="{FF2B5EF4-FFF2-40B4-BE49-F238E27FC236}">
                <a16:creationId xmlns:a16="http://schemas.microsoft.com/office/drawing/2014/main" id="{5C934C23-704D-AE40-866D-BF6B0DCFEA7C}"/>
              </a:ext>
            </a:extLst>
          </p:cNvPr>
          <p:cNvSpPr>
            <a:spLocks noGrp="1"/>
          </p:cNvSpPr>
          <p:nvPr>
            <p:ph idx="2" hasCustomPrompt="1"/>
          </p:nvPr>
        </p:nvSpPr>
        <p:spPr>
          <a:xfrm>
            <a:off x="7989707" y="1403350"/>
            <a:ext cx="3502152" cy="4806951"/>
          </a:xfrm>
          <a:solidFill>
            <a:srgbClr val="E3E3E3"/>
          </a:solidFill>
        </p:spPr>
        <p:txBody>
          <a:bodyPr lIns="182880" tIns="182880" rIns="182880" bIns="182880"/>
          <a:lstStyle>
            <a:lvl2pPr marL="174625" indent="-174625">
              <a:buClrTx/>
              <a:buFont typeface="Arial" panose="020B0604020202020204" pitchFamily="34" charset="0"/>
              <a:buChar char="•"/>
              <a:defRPr/>
            </a:lvl2pPr>
            <a:lvl3pPr>
              <a:buClrTx/>
              <a:defRPr/>
            </a:lvl3pPr>
            <a:lvl4pPr>
              <a:buClrTx/>
              <a:defRPr/>
            </a:lvl4pPr>
          </a:lstStyle>
          <a:p>
            <a:pPr lvl="0"/>
            <a:r>
              <a:rPr lang="en-US" dirty="0"/>
              <a:t>Level 1 text</a:t>
            </a:r>
          </a:p>
          <a:p>
            <a:pPr lvl="1"/>
            <a:r>
              <a:rPr lang="en-US" dirty="0"/>
              <a:t>Level 2 text</a:t>
            </a:r>
          </a:p>
          <a:p>
            <a:pPr lvl="2"/>
            <a:r>
              <a:rPr lang="en-US" dirty="0"/>
              <a:t>Level 3 text</a:t>
            </a:r>
          </a:p>
          <a:p>
            <a:pPr lvl="3"/>
            <a:r>
              <a:rPr lang="en-US" dirty="0"/>
              <a:t>Level 4 text</a:t>
            </a:r>
          </a:p>
        </p:txBody>
      </p:sp>
      <p:pic>
        <p:nvPicPr>
          <p:cNvPr id="4" name="Picture 3" descr="Text  Description automatically generated">
            <a:extLst>
              <a:ext uri="{FF2B5EF4-FFF2-40B4-BE49-F238E27FC236}">
                <a16:creationId xmlns:a16="http://schemas.microsoft.com/office/drawing/2014/main" id="{1321A8AC-94BF-D6B2-1376-53BEE47F726B}"/>
              </a:ext>
            </a:extLst>
          </p:cNvPr>
          <p:cNvPicPr>
            <a:picLocks noChangeAspect="1"/>
          </p:cNvPicPr>
          <p:nvPr userDrawn="1"/>
        </p:nvPicPr>
        <p:blipFill>
          <a:blip r:embed="rId3"/>
          <a:stretch>
            <a:fillRect/>
          </a:stretch>
        </p:blipFill>
        <p:spPr>
          <a:xfrm>
            <a:off x="10309860" y="339154"/>
            <a:ext cx="1553486" cy="485273"/>
          </a:xfrm>
          <a:prstGeom prst="rect">
            <a:avLst/>
          </a:prstGeom>
        </p:spPr>
      </p:pic>
      <p:sp>
        <p:nvSpPr>
          <p:cNvPr id="7" name="Footer Placeholder 15">
            <a:extLst>
              <a:ext uri="{FF2B5EF4-FFF2-40B4-BE49-F238E27FC236}">
                <a16:creationId xmlns:a16="http://schemas.microsoft.com/office/drawing/2014/main" id="{97A2E13F-C618-516D-5AE2-32CF541E5560}"/>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spTree>
    <p:custDataLst>
      <p:tags r:id="rId1"/>
    </p:custDataLst>
    <p:extLst>
      <p:ext uri="{BB962C8B-B14F-4D97-AF65-F5344CB8AC3E}">
        <p14:creationId xmlns:p14="http://schemas.microsoft.com/office/powerpoint/2010/main" val="2085943709"/>
      </p:ext>
    </p:extLst>
  </p:cSld>
  <p:clrMapOvr>
    <a:masterClrMapping/>
  </p:clrMapOvr>
  <p:extLst>
    <p:ext uri="{DCECCB84-F9BA-43D5-87BE-67443E8EF086}">
      <p15:sldGuideLst xmlns:p15="http://schemas.microsoft.com/office/powerpoint/2012/main">
        <p15:guide id="2" pos="5030" userDrawn="1">
          <p15:clr>
            <a:srgbClr val="FBAE40"/>
          </p15:clr>
        </p15:guide>
        <p15:guide id="3" orient="horz" pos="884" userDrawn="1">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Divider — Standard">
    <p:bg>
      <p:bgPr>
        <a:solidFill>
          <a:srgbClr val="005E60"/>
        </a:soli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BADAAE3E-8C1F-854F-A5B6-DE2B8F20033B}"/>
              </a:ext>
            </a:extLst>
          </p:cNvPr>
          <p:cNvSpPr>
            <a:spLocks noGrp="1"/>
          </p:cNvSpPr>
          <p:nvPr>
            <p:ph type="sldNum" sz="quarter" idx="12"/>
          </p:nvPr>
        </p:nvSpPr>
        <p:spPr/>
        <p:txBody>
          <a:bodyPr/>
          <a:lstStyle>
            <a:lvl1pPr>
              <a:defRPr>
                <a:solidFill>
                  <a:schemeClr val="tx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8DF85884-5EEF-2342-9652-061EE3FFEC7D}"/>
              </a:ext>
            </a:extLst>
          </p:cNvPr>
          <p:cNvSpPr>
            <a:spLocks noGrp="1"/>
          </p:cNvSpPr>
          <p:nvPr>
            <p:ph type="title" hasCustomPrompt="1"/>
          </p:nvPr>
        </p:nvSpPr>
        <p:spPr>
          <a:xfrm>
            <a:off x="427383" y="2378075"/>
            <a:ext cx="6875785" cy="1965325"/>
          </a:xfrm>
        </p:spPr>
        <p:txBody>
          <a:bodyPr anchor="t" anchorCtr="0"/>
          <a:lstStyle>
            <a:lvl1pPr>
              <a:lnSpc>
                <a:spcPts val="5400"/>
              </a:lnSpc>
              <a:defRPr sz="6000" cap="all" spc="80" baseline="0">
                <a:solidFill>
                  <a:srgbClr val="C8FF08"/>
                </a:solidFill>
                <a:latin typeface="Sons Condensed Extrabold" panose="02060906060206060203" pitchFamily="18" charset="0"/>
              </a:defRPr>
            </a:lvl1pPr>
          </a:lstStyle>
          <a:p>
            <a:r>
              <a:rPr lang="en-US" dirty="0"/>
              <a:t>CLICK TO EDIT MASTER TITLE STYLE</a:t>
            </a:r>
          </a:p>
        </p:txBody>
      </p:sp>
      <p:pic>
        <p:nvPicPr>
          <p:cNvPr id="7" name="Picture 6" descr="Text  Description automatically generated">
            <a:extLst>
              <a:ext uri="{FF2B5EF4-FFF2-40B4-BE49-F238E27FC236}">
                <a16:creationId xmlns:a16="http://schemas.microsoft.com/office/drawing/2014/main" id="{C821F4BE-79DE-EBCE-62E2-F24155984D9E}"/>
              </a:ext>
            </a:extLst>
          </p:cNvPr>
          <p:cNvPicPr>
            <a:picLocks noChangeAspect="1"/>
          </p:cNvPicPr>
          <p:nvPr userDrawn="1"/>
        </p:nvPicPr>
        <p:blipFill>
          <a:blip r:embed="rId3"/>
          <a:stretch>
            <a:fillRect/>
          </a:stretch>
        </p:blipFill>
        <p:spPr>
          <a:xfrm>
            <a:off x="10309857" y="339154"/>
            <a:ext cx="1553489" cy="485273"/>
          </a:xfrm>
          <a:prstGeom prst="rect">
            <a:avLst/>
          </a:prstGeom>
        </p:spPr>
      </p:pic>
      <p:sp>
        <p:nvSpPr>
          <p:cNvPr id="3" name="Section Number">
            <a:extLst>
              <a:ext uri="{FF2B5EF4-FFF2-40B4-BE49-F238E27FC236}">
                <a16:creationId xmlns:a16="http://schemas.microsoft.com/office/drawing/2014/main" id="{107E2ABA-1900-FC00-3E5B-96B0338B47BC}"/>
              </a:ext>
            </a:extLst>
          </p:cNvPr>
          <p:cNvSpPr>
            <a:spLocks noGrp="1"/>
          </p:cNvSpPr>
          <p:nvPr>
            <p:ph type="body" sz="quarter" idx="1" hasCustomPrompt="1"/>
          </p:nvPr>
        </p:nvSpPr>
        <p:spPr>
          <a:xfrm>
            <a:off x="419100" y="1922078"/>
            <a:ext cx="2660530" cy="365760"/>
          </a:xfrm>
          <a:noFill/>
        </p:spPr>
        <p:txBody>
          <a:bodyPr wrap="none">
            <a:noAutofit/>
          </a:bodyPr>
          <a:lstStyle>
            <a:lvl1pPr>
              <a:spcAft>
                <a:spcPts val="0"/>
              </a:spcAft>
              <a:defRPr sz="1600" cap="all" baseline="0">
                <a:solidFill>
                  <a:schemeClr val="tx1"/>
                </a:solidFill>
              </a:defRPr>
            </a:lvl1pPr>
          </a:lstStyle>
          <a:p>
            <a:r>
              <a:t>Title only (optional short label). No body content.</a:t>
            </a:r>
          </a:p>
        </p:txBody>
      </p:sp>
      <p:sp>
        <p:nvSpPr>
          <p:cNvPr id="4" name="Footer Placeholder 15">
            <a:extLst>
              <a:ext uri="{FF2B5EF4-FFF2-40B4-BE49-F238E27FC236}">
                <a16:creationId xmlns:a16="http://schemas.microsoft.com/office/drawing/2014/main" id="{C38754F8-5FCF-38D3-C751-A906C8F44D7F}"/>
              </a:ext>
            </a:extLst>
          </p:cNvPr>
          <p:cNvSpPr>
            <a:spLocks noGrp="1"/>
          </p:cNvSpPr>
          <p:nvPr>
            <p:ph type="ftr" sz="quarter" idx="4294967295"/>
          </p:nvPr>
        </p:nvSpPr>
        <p:spPr>
          <a:xfrm>
            <a:off x="419100" y="6492875"/>
            <a:ext cx="10248900" cy="244653"/>
          </a:xfrm>
        </p:spPr>
        <p:txBody>
          <a:bodyPr/>
          <a:lstStyle>
            <a:lvl1pPr>
              <a:defRPr>
                <a:solidFill>
                  <a:schemeClr val="tx1"/>
                </a:solidFill>
              </a:defRPr>
            </a:lvl1pPr>
          </a:lstStyle>
          <a:p>
            <a:pPr defTabSz="914126"/>
            <a:r>
              <a:rPr lang="en-US" sz="800" dirty="0">
                <a:ea typeface="Inter" panose="02000503000000020004" pitchFamily="2" charset="0"/>
              </a:rPr>
              <a:t>© 2026 GE Vernova and/or its affiliates. All rights reserved.</a:t>
            </a:r>
            <a:endParaRPr lang="en-US" sz="800" dirty="0"/>
          </a:p>
        </p:txBody>
      </p:sp>
    </p:spTree>
    <p:custDataLst>
      <p:tags r:id="rId1"/>
    </p:custDataLst>
    <p:extLst>
      <p:ext uri="{BB962C8B-B14F-4D97-AF65-F5344CB8AC3E}">
        <p14:creationId xmlns:p14="http://schemas.microsoft.com/office/powerpoint/2010/main" val="126329179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orient="horz" pos="1498" userDrawn="1">
          <p15:clr>
            <a:srgbClr val="FBAE40"/>
          </p15:clr>
        </p15:guide>
        <p15:guide id="4" orient="horz" pos="2736" userDrawn="1">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Divider — Alternate">
    <p:bg>
      <p:bgPr>
        <a:solidFill>
          <a:srgbClr val="005E60"/>
        </a:soli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BADAAE3E-8C1F-854F-A5B6-DE2B8F20033B}"/>
              </a:ext>
            </a:extLst>
          </p:cNvPr>
          <p:cNvSpPr>
            <a:spLocks noGrp="1"/>
          </p:cNvSpPr>
          <p:nvPr>
            <p:ph type="sldNum" sz="quarter" idx="12"/>
          </p:nvPr>
        </p:nvSpPr>
        <p:spPr/>
        <p:txBody>
          <a:bodyPr/>
          <a:lstStyle>
            <a:lvl1pPr>
              <a:defRPr>
                <a:solidFill>
                  <a:schemeClr val="tx1"/>
                </a:solidFill>
              </a:defRPr>
            </a:lvl1pPr>
          </a:lstStyle>
          <a:p>
            <a:fld id="{7A7A97EF-C944-4447-B862-B593E9B4A0FF}" type="slidenum">
              <a:rPr lang="en-US" smtClean="0"/>
              <a:pPr/>
              <a:t>‹#›</a:t>
            </a:fld>
            <a:endParaRPr lang="en-US" dirty="0"/>
          </a:p>
        </p:txBody>
      </p:sp>
      <p:sp>
        <p:nvSpPr>
          <p:cNvPr id="10" name="Section Number">
            <a:extLst>
              <a:ext uri="{FF2B5EF4-FFF2-40B4-BE49-F238E27FC236}">
                <a16:creationId xmlns:a16="http://schemas.microsoft.com/office/drawing/2014/main" id="{E0E81EB4-471C-3F45-B7C7-3BCA82925019}"/>
              </a:ext>
            </a:extLst>
          </p:cNvPr>
          <p:cNvSpPr>
            <a:spLocks noGrp="1"/>
          </p:cNvSpPr>
          <p:nvPr>
            <p:ph type="body" sz="quarter" idx="1" hasCustomPrompt="1"/>
          </p:nvPr>
        </p:nvSpPr>
        <p:spPr>
          <a:xfrm>
            <a:off x="419100" y="1922078"/>
            <a:ext cx="2608772" cy="365760"/>
          </a:xfrm>
          <a:noFill/>
        </p:spPr>
        <p:txBody>
          <a:bodyPr wrap="none">
            <a:noAutofit/>
          </a:bodyPr>
          <a:lstStyle>
            <a:lvl1pPr>
              <a:spcAft>
                <a:spcPts val="0"/>
              </a:spcAft>
              <a:defRPr sz="1600" cap="all" baseline="0">
                <a:solidFill>
                  <a:schemeClr val="tx2"/>
                </a:solidFill>
              </a:defRPr>
            </a:lvl1pPr>
          </a:lstStyle>
          <a:p>
            <a:r>
              <a:t>Title only (optional short label). No body content.</a:t>
            </a:r>
          </a:p>
        </p:txBody>
      </p:sp>
      <p:pic>
        <p:nvPicPr>
          <p:cNvPr id="4" name="Picture 3" descr="Text  Description automatically generated">
            <a:extLst>
              <a:ext uri="{FF2B5EF4-FFF2-40B4-BE49-F238E27FC236}">
                <a16:creationId xmlns:a16="http://schemas.microsoft.com/office/drawing/2014/main" id="{592B45FF-A1AE-61C0-351C-FC46C4660695}"/>
              </a:ext>
            </a:extLst>
          </p:cNvPr>
          <p:cNvPicPr>
            <a:picLocks noChangeAspect="1"/>
          </p:cNvPicPr>
          <p:nvPr userDrawn="1"/>
        </p:nvPicPr>
        <p:blipFill>
          <a:blip r:embed="rId3"/>
          <a:stretch>
            <a:fillRect/>
          </a:stretch>
        </p:blipFill>
        <p:spPr>
          <a:xfrm>
            <a:off x="10309857" y="339154"/>
            <a:ext cx="1553489" cy="485273"/>
          </a:xfrm>
          <a:prstGeom prst="rect">
            <a:avLst/>
          </a:prstGeom>
        </p:spPr>
      </p:pic>
      <p:sp>
        <p:nvSpPr>
          <p:cNvPr id="3" name="Title 1">
            <a:extLst>
              <a:ext uri="{FF2B5EF4-FFF2-40B4-BE49-F238E27FC236}">
                <a16:creationId xmlns:a16="http://schemas.microsoft.com/office/drawing/2014/main" id="{B449274D-327F-3626-5718-4266E3B0BCE4}"/>
              </a:ext>
            </a:extLst>
          </p:cNvPr>
          <p:cNvSpPr>
            <a:spLocks noGrp="1"/>
          </p:cNvSpPr>
          <p:nvPr>
            <p:ph type="title" hasCustomPrompt="1"/>
          </p:nvPr>
        </p:nvSpPr>
        <p:spPr>
          <a:xfrm>
            <a:off x="427383" y="2378075"/>
            <a:ext cx="6875785" cy="1965325"/>
          </a:xfrm>
        </p:spPr>
        <p:txBody>
          <a:bodyPr anchor="t" anchorCtr="0"/>
          <a:lstStyle>
            <a:lvl1pPr>
              <a:lnSpc>
                <a:spcPts val="5400"/>
              </a:lnSpc>
              <a:defRPr sz="6000" cap="all" spc="80" baseline="0">
                <a:solidFill>
                  <a:schemeClr val="tx1"/>
                </a:solidFill>
                <a:latin typeface="Sons Condensed Extrabold" panose="02060906060206060203" pitchFamily="18" charset="0"/>
              </a:defRPr>
            </a:lvl1pPr>
          </a:lstStyle>
          <a:p>
            <a:r>
              <a:rPr lang="en-US" dirty="0"/>
              <a:t>CLICK TO EDIT MASTER TITLE STYLE</a:t>
            </a:r>
          </a:p>
        </p:txBody>
      </p:sp>
      <p:sp>
        <p:nvSpPr>
          <p:cNvPr id="2" name="Footer Placeholder 15">
            <a:extLst>
              <a:ext uri="{FF2B5EF4-FFF2-40B4-BE49-F238E27FC236}">
                <a16:creationId xmlns:a16="http://schemas.microsoft.com/office/drawing/2014/main" id="{9B07FCD0-F61D-F52A-E4FA-1E848E1AACCB}"/>
              </a:ext>
            </a:extLst>
          </p:cNvPr>
          <p:cNvSpPr>
            <a:spLocks noGrp="1"/>
          </p:cNvSpPr>
          <p:nvPr>
            <p:ph type="ftr" sz="quarter" idx="4294967295"/>
          </p:nvPr>
        </p:nvSpPr>
        <p:spPr>
          <a:xfrm>
            <a:off x="419100" y="6492875"/>
            <a:ext cx="10248900" cy="244653"/>
          </a:xfrm>
        </p:spPr>
        <p:txBody>
          <a:bodyPr/>
          <a:lstStyle>
            <a:lvl1pPr>
              <a:defRPr>
                <a:solidFill>
                  <a:schemeClr val="tx1"/>
                </a:solidFill>
              </a:defRPr>
            </a:lvl1pPr>
          </a:lstStyle>
          <a:p>
            <a:pPr defTabSz="914126"/>
            <a:r>
              <a:rPr lang="en-US" sz="800" dirty="0">
                <a:ea typeface="Inter" panose="02000503000000020004" pitchFamily="2" charset="0"/>
              </a:rPr>
              <a:t>© 2026 GE Vernova and/or its affiliates. All rights reserved.</a:t>
            </a:r>
            <a:endParaRPr lang="en-US" sz="800" dirty="0"/>
          </a:p>
        </p:txBody>
      </p:sp>
    </p:spTree>
    <p:custDataLst>
      <p:tags r:id="rId1"/>
    </p:custDataLst>
    <p:extLst>
      <p:ext uri="{BB962C8B-B14F-4D97-AF65-F5344CB8AC3E}">
        <p14:creationId xmlns:p14="http://schemas.microsoft.com/office/powerpoint/2010/main" val="422889246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orient="horz" pos="1498">
          <p15:clr>
            <a:srgbClr val="FBAE40"/>
          </p15:clr>
        </p15:guide>
        <p15:guide id="4" orient="horz" pos="2736">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Divider — With Subtitle">
    <p:bg>
      <p:bgPr>
        <a:solidFill>
          <a:schemeClr val="tx1"/>
        </a:soli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BADAAE3E-8C1F-854F-A5B6-DE2B8F20033B}"/>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8DF85884-5EEF-2342-9652-061EE3FFEC7D}"/>
              </a:ext>
            </a:extLst>
          </p:cNvPr>
          <p:cNvSpPr>
            <a:spLocks noGrp="1"/>
          </p:cNvSpPr>
          <p:nvPr>
            <p:ph type="title" hasCustomPrompt="1"/>
          </p:nvPr>
        </p:nvSpPr>
        <p:spPr>
          <a:xfrm>
            <a:off x="419100" y="2378075"/>
            <a:ext cx="6896100" cy="1965325"/>
          </a:xfrm>
        </p:spPr>
        <p:txBody>
          <a:bodyPr anchor="t" anchorCtr="0"/>
          <a:lstStyle>
            <a:lvl1pPr>
              <a:lnSpc>
                <a:spcPts val="5400"/>
              </a:lnSpc>
              <a:defRPr sz="6000" cap="all" spc="80" baseline="0">
                <a:solidFill>
                  <a:srgbClr val="005E60"/>
                </a:solidFill>
                <a:latin typeface="Sons Condensed Extrabold" panose="02060906060206060203" pitchFamily="18" charset="0"/>
              </a:defRPr>
            </a:lvl1pPr>
          </a:lstStyle>
          <a:p>
            <a:r>
              <a:rPr lang="en-US" dirty="0"/>
              <a:t>CLICK TO EDIT MASTER TITLE STYLE</a:t>
            </a:r>
          </a:p>
        </p:txBody>
      </p:sp>
      <p:pic>
        <p:nvPicPr>
          <p:cNvPr id="3" name="Picture 2" descr="Text  Description automatically generated">
            <a:extLst>
              <a:ext uri="{FF2B5EF4-FFF2-40B4-BE49-F238E27FC236}">
                <a16:creationId xmlns:a16="http://schemas.microsoft.com/office/drawing/2014/main" id="{2F5188B4-2B91-7D7A-D602-95ABB4BAA002}"/>
              </a:ext>
            </a:extLst>
          </p:cNvPr>
          <p:cNvPicPr>
            <a:picLocks noChangeAspect="1"/>
          </p:cNvPicPr>
          <p:nvPr userDrawn="1"/>
        </p:nvPicPr>
        <p:blipFill>
          <a:blip r:embed="rId3"/>
          <a:stretch>
            <a:fillRect/>
          </a:stretch>
        </p:blipFill>
        <p:spPr>
          <a:xfrm>
            <a:off x="10309860" y="339154"/>
            <a:ext cx="1553486" cy="485273"/>
          </a:xfrm>
          <a:prstGeom prst="rect">
            <a:avLst/>
          </a:prstGeom>
        </p:spPr>
      </p:pic>
      <p:sp>
        <p:nvSpPr>
          <p:cNvPr id="4" name="Section Number">
            <a:extLst>
              <a:ext uri="{FF2B5EF4-FFF2-40B4-BE49-F238E27FC236}">
                <a16:creationId xmlns:a16="http://schemas.microsoft.com/office/drawing/2014/main" id="{1C20CF72-79D7-2D57-1E9C-4C8386102CFA}"/>
              </a:ext>
            </a:extLst>
          </p:cNvPr>
          <p:cNvSpPr>
            <a:spLocks noGrp="1"/>
          </p:cNvSpPr>
          <p:nvPr>
            <p:ph type="body" sz="quarter" idx="1" hasCustomPrompt="1"/>
          </p:nvPr>
        </p:nvSpPr>
        <p:spPr>
          <a:xfrm>
            <a:off x="419100" y="1922078"/>
            <a:ext cx="3273006" cy="365760"/>
          </a:xfrm>
          <a:noFill/>
        </p:spPr>
        <p:txBody>
          <a:bodyPr wrap="none">
            <a:noAutofit/>
          </a:bodyPr>
          <a:lstStyle>
            <a:lvl1pPr>
              <a:spcAft>
                <a:spcPts val="0"/>
              </a:spcAft>
              <a:defRPr lang="en-US" sz="1600" kern="1200" cap="all" baseline="0" dirty="0">
                <a:solidFill>
                  <a:srgbClr val="212121"/>
                </a:solidFill>
                <a:latin typeface="Inter" panose="02000503000000020004" pitchFamily="2" charset="0"/>
                <a:ea typeface="+mn-ea"/>
                <a:cs typeface="+mn-cs"/>
              </a:defRPr>
            </a:lvl1pPr>
          </a:lstStyle>
          <a:p>
            <a:r>
              <a:t>Title only (optional short label). No body content.</a:t>
            </a:r>
          </a:p>
        </p:txBody>
      </p:sp>
      <p:sp>
        <p:nvSpPr>
          <p:cNvPr id="7" name="Footer Placeholder 15">
            <a:extLst>
              <a:ext uri="{FF2B5EF4-FFF2-40B4-BE49-F238E27FC236}">
                <a16:creationId xmlns:a16="http://schemas.microsoft.com/office/drawing/2014/main" id="{BD2FB510-466F-A7D9-A9F6-0009FC1704CC}"/>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spTree>
    <p:custDataLst>
      <p:tags r:id="rId1"/>
    </p:custDataLst>
    <p:extLst>
      <p:ext uri="{BB962C8B-B14F-4D97-AF65-F5344CB8AC3E}">
        <p14:creationId xmlns:p14="http://schemas.microsoft.com/office/powerpoint/2010/main" val="197147223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orient="horz" pos="1498">
          <p15:clr>
            <a:srgbClr val="FBAE40"/>
          </p15:clr>
        </p15:guide>
        <p15:guide id="4" orient="horz" pos="2736">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Divider — Minimal">
    <p:bg>
      <p:bgPr>
        <a:solidFill>
          <a:srgbClr val="005E60"/>
        </a:soli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BADAAE3E-8C1F-854F-A5B6-DE2B8F20033B}"/>
              </a:ext>
            </a:extLst>
          </p:cNvPr>
          <p:cNvSpPr>
            <a:spLocks noGrp="1"/>
          </p:cNvSpPr>
          <p:nvPr>
            <p:ph type="sldNum" sz="quarter" idx="12"/>
          </p:nvPr>
        </p:nvSpPr>
        <p:spPr/>
        <p:txBody>
          <a:bodyPr/>
          <a:lstStyle>
            <a:lvl1pPr>
              <a:defRPr>
                <a:solidFill>
                  <a:schemeClr val="tx1"/>
                </a:solidFill>
              </a:defRPr>
            </a:lvl1pPr>
          </a:lstStyle>
          <a:p>
            <a:fld id="{7A7A97EF-C944-4447-B862-B593E9B4A0FF}" type="slidenum">
              <a:rPr lang="en-US" smtClean="0"/>
              <a:pPr/>
              <a:t>‹#›</a:t>
            </a:fld>
            <a:endParaRPr lang="en-US" dirty="0"/>
          </a:p>
        </p:txBody>
      </p:sp>
      <p:pic>
        <p:nvPicPr>
          <p:cNvPr id="4" name="Picture 3" descr="Text  Description automatically generated">
            <a:extLst>
              <a:ext uri="{FF2B5EF4-FFF2-40B4-BE49-F238E27FC236}">
                <a16:creationId xmlns:a16="http://schemas.microsoft.com/office/drawing/2014/main" id="{592B45FF-A1AE-61C0-351C-FC46C4660695}"/>
              </a:ext>
            </a:extLst>
          </p:cNvPr>
          <p:cNvPicPr>
            <a:picLocks noChangeAspect="1"/>
          </p:cNvPicPr>
          <p:nvPr userDrawn="1"/>
        </p:nvPicPr>
        <p:blipFill>
          <a:blip r:embed="rId3"/>
          <a:stretch>
            <a:fillRect/>
          </a:stretch>
        </p:blipFill>
        <p:spPr>
          <a:xfrm>
            <a:off x="10309857" y="339154"/>
            <a:ext cx="1553489" cy="485273"/>
          </a:xfrm>
          <a:prstGeom prst="rect">
            <a:avLst/>
          </a:prstGeom>
        </p:spPr>
      </p:pic>
      <p:sp>
        <p:nvSpPr>
          <p:cNvPr id="2" name="Footer Placeholder 15">
            <a:extLst>
              <a:ext uri="{FF2B5EF4-FFF2-40B4-BE49-F238E27FC236}">
                <a16:creationId xmlns:a16="http://schemas.microsoft.com/office/drawing/2014/main" id="{CCAD9BAE-A65C-C726-B402-0C0F4D2519E8}"/>
              </a:ext>
            </a:extLst>
          </p:cNvPr>
          <p:cNvSpPr>
            <a:spLocks noGrp="1"/>
          </p:cNvSpPr>
          <p:nvPr>
            <p:ph type="ftr" sz="quarter" idx="4294967295"/>
          </p:nvPr>
        </p:nvSpPr>
        <p:spPr>
          <a:xfrm>
            <a:off x="419100" y="6492875"/>
            <a:ext cx="10248900" cy="244653"/>
          </a:xfrm>
        </p:spPr>
        <p:txBody>
          <a:bodyPr/>
          <a:lstStyle>
            <a:lvl1pPr>
              <a:defRPr>
                <a:solidFill>
                  <a:schemeClr val="tx1"/>
                </a:solidFill>
              </a:defRPr>
            </a:lvl1pPr>
          </a:lstStyle>
          <a:p>
            <a:pPr defTabSz="914126"/>
            <a:r>
              <a:rPr lang="en-US" sz="800" dirty="0">
                <a:ea typeface="Inter" panose="02000503000000020004" pitchFamily="2" charset="0"/>
              </a:rPr>
              <a:t>© 2026 GE Vernova and/or its affiliates. All rights reserved.</a:t>
            </a:r>
            <a:endParaRPr lang="en-US" sz="800" dirty="0"/>
          </a:p>
        </p:txBody>
      </p:sp>
    </p:spTree>
    <p:custDataLst>
      <p:tags r:id="rId1"/>
    </p:custDataLst>
    <p:extLst>
      <p:ext uri="{BB962C8B-B14F-4D97-AF65-F5344CB8AC3E}">
        <p14:creationId xmlns:p14="http://schemas.microsoft.com/office/powerpoint/2010/main" val="48483517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orient="horz" pos="1498">
          <p15:clr>
            <a:srgbClr val="FBAE40"/>
          </p15:clr>
        </p15:guide>
        <p15:guide id="4" orient="horz" pos="2736">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Infographic — Grid A">
    <p:bg>
      <p:bgPr>
        <a:solidFill>
          <a:srgbClr val="005E60"/>
        </a:soli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chemeClr val="tx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716938" cy="457020"/>
          </a:xfrm>
        </p:spPr>
        <p:txBody>
          <a:bodyPr/>
          <a:lstStyle>
            <a:lvl1pPr>
              <a:defRPr>
                <a:solidFill>
                  <a:schemeClr val="tx1"/>
                </a:solidFill>
              </a:defRPr>
            </a:lvl1pPr>
          </a:lstStyle>
          <a:p>
            <a:r>
              <a:rPr lang="en-US"/>
              <a:t>Click to edit Master title style</a:t>
            </a:r>
            <a:endParaRPr lang="en-US" dirty="0"/>
          </a:p>
        </p:txBody>
      </p:sp>
      <p:sp>
        <p:nvSpPr>
          <p:cNvPr id="10" name="Text Placeholder 9">
            <a:extLst>
              <a:ext uri="{FF2B5EF4-FFF2-40B4-BE49-F238E27FC236}">
                <a16:creationId xmlns:a16="http://schemas.microsoft.com/office/drawing/2014/main" id="{F4F0CB69-A8C9-3148-BE3D-A492C022E5FA}"/>
              </a:ext>
            </a:extLst>
          </p:cNvPr>
          <p:cNvSpPr>
            <a:spLocks noGrp="1"/>
          </p:cNvSpPr>
          <p:nvPr>
            <p:ph type="body" sz="quarter" idx="13" hasCustomPrompt="1"/>
          </p:nvPr>
        </p:nvSpPr>
        <p:spPr>
          <a:xfrm>
            <a:off x="876300" y="1403350"/>
            <a:ext cx="1104900" cy="914400"/>
          </a:xfrm>
        </p:spPr>
        <p:txBody>
          <a:bodyPr/>
          <a:lstStyle>
            <a:lvl1pPr>
              <a:lnSpc>
                <a:spcPct val="80000"/>
              </a:lnSpc>
              <a:spcAft>
                <a:spcPts val="0"/>
              </a:spcAft>
              <a:defRPr sz="5700" spc="80" baseline="0">
                <a:solidFill>
                  <a:srgbClr val="C8FF08"/>
                </a:solidFill>
                <a:latin typeface="Sons Condensed Extrabold" panose="02060906060206060203" pitchFamily="18" charset="0"/>
              </a:defRPr>
            </a:lvl1pPr>
          </a:lstStyle>
          <a:p>
            <a:pPr lvl="0"/>
            <a:r>
              <a:rPr lang="en-US" dirty="0"/>
              <a:t>##</a:t>
            </a:r>
          </a:p>
        </p:txBody>
      </p:sp>
      <p:sp>
        <p:nvSpPr>
          <p:cNvPr id="11" name="Text Placeholder 9">
            <a:extLst>
              <a:ext uri="{FF2B5EF4-FFF2-40B4-BE49-F238E27FC236}">
                <a16:creationId xmlns:a16="http://schemas.microsoft.com/office/drawing/2014/main" id="{73263E97-D3AD-CB4D-A38F-E36DBD10B2B0}"/>
              </a:ext>
            </a:extLst>
          </p:cNvPr>
          <p:cNvSpPr>
            <a:spLocks noGrp="1"/>
          </p:cNvSpPr>
          <p:nvPr>
            <p:ph type="body" sz="quarter" idx="14" hasCustomPrompt="1"/>
          </p:nvPr>
        </p:nvSpPr>
        <p:spPr>
          <a:xfrm>
            <a:off x="876300" y="2378075"/>
            <a:ext cx="1104900" cy="914400"/>
          </a:xfrm>
        </p:spPr>
        <p:txBody>
          <a:bodyPr/>
          <a:lstStyle>
            <a:lvl1pPr>
              <a:lnSpc>
                <a:spcPct val="80000"/>
              </a:lnSpc>
              <a:spcAft>
                <a:spcPts val="0"/>
              </a:spcAft>
              <a:defRPr sz="5700" spc="80" baseline="0">
                <a:solidFill>
                  <a:srgbClr val="C8FF08"/>
                </a:solidFill>
                <a:latin typeface="Sons Condensed Extrabold" panose="02060906060206060203" pitchFamily="18" charset="0"/>
              </a:defRPr>
            </a:lvl1pPr>
          </a:lstStyle>
          <a:p>
            <a:pPr lvl="0"/>
            <a:r>
              <a:rPr lang="en-US" dirty="0"/>
              <a:t>##</a:t>
            </a:r>
          </a:p>
        </p:txBody>
      </p:sp>
      <p:sp>
        <p:nvSpPr>
          <p:cNvPr id="12" name="Text Placeholder 9">
            <a:extLst>
              <a:ext uri="{FF2B5EF4-FFF2-40B4-BE49-F238E27FC236}">
                <a16:creationId xmlns:a16="http://schemas.microsoft.com/office/drawing/2014/main" id="{40C84B42-6275-4644-86D4-ECD146789AA4}"/>
              </a:ext>
            </a:extLst>
          </p:cNvPr>
          <p:cNvSpPr>
            <a:spLocks noGrp="1"/>
          </p:cNvSpPr>
          <p:nvPr>
            <p:ph type="body" sz="quarter" idx="15" hasCustomPrompt="1"/>
          </p:nvPr>
        </p:nvSpPr>
        <p:spPr>
          <a:xfrm>
            <a:off x="876300" y="3359150"/>
            <a:ext cx="1104900" cy="914400"/>
          </a:xfrm>
        </p:spPr>
        <p:txBody>
          <a:bodyPr/>
          <a:lstStyle>
            <a:lvl1pPr>
              <a:lnSpc>
                <a:spcPct val="80000"/>
              </a:lnSpc>
              <a:spcAft>
                <a:spcPts val="0"/>
              </a:spcAft>
              <a:defRPr sz="5700" spc="80" baseline="0">
                <a:solidFill>
                  <a:srgbClr val="C8FF08"/>
                </a:solidFill>
                <a:latin typeface="Sons Condensed Extrabold" panose="02060906060206060203" pitchFamily="18" charset="0"/>
              </a:defRPr>
            </a:lvl1pPr>
          </a:lstStyle>
          <a:p>
            <a:pPr lvl="0"/>
            <a:r>
              <a:rPr lang="en-US" dirty="0"/>
              <a:t>##</a:t>
            </a:r>
          </a:p>
        </p:txBody>
      </p:sp>
      <p:sp>
        <p:nvSpPr>
          <p:cNvPr id="13" name="Text Placeholder 9">
            <a:extLst>
              <a:ext uri="{FF2B5EF4-FFF2-40B4-BE49-F238E27FC236}">
                <a16:creationId xmlns:a16="http://schemas.microsoft.com/office/drawing/2014/main" id="{C0F8B490-4361-CC4A-9F61-79B2E81AFCDE}"/>
              </a:ext>
            </a:extLst>
          </p:cNvPr>
          <p:cNvSpPr>
            <a:spLocks noGrp="1"/>
          </p:cNvSpPr>
          <p:nvPr>
            <p:ph type="body" sz="quarter" idx="16" hasCustomPrompt="1"/>
          </p:nvPr>
        </p:nvSpPr>
        <p:spPr>
          <a:xfrm>
            <a:off x="876300" y="4343399"/>
            <a:ext cx="1104900" cy="914400"/>
          </a:xfrm>
        </p:spPr>
        <p:txBody>
          <a:bodyPr/>
          <a:lstStyle>
            <a:lvl1pPr>
              <a:lnSpc>
                <a:spcPct val="80000"/>
              </a:lnSpc>
              <a:spcAft>
                <a:spcPts val="0"/>
              </a:spcAft>
              <a:defRPr sz="5700" spc="80" baseline="0">
                <a:solidFill>
                  <a:srgbClr val="C8FF08"/>
                </a:solidFill>
                <a:latin typeface="Sons Condensed Extrabold" panose="02060906060206060203" pitchFamily="18" charset="0"/>
              </a:defRPr>
            </a:lvl1pPr>
          </a:lstStyle>
          <a:p>
            <a:pPr lvl="0"/>
            <a:r>
              <a:rPr lang="en-US" dirty="0"/>
              <a:t>##</a:t>
            </a:r>
          </a:p>
        </p:txBody>
      </p:sp>
      <p:sp>
        <p:nvSpPr>
          <p:cNvPr id="14" name="Text Placeholder 9">
            <a:extLst>
              <a:ext uri="{FF2B5EF4-FFF2-40B4-BE49-F238E27FC236}">
                <a16:creationId xmlns:a16="http://schemas.microsoft.com/office/drawing/2014/main" id="{73CABFCA-A501-7E4D-9263-58563C08AE0E}"/>
              </a:ext>
            </a:extLst>
          </p:cNvPr>
          <p:cNvSpPr>
            <a:spLocks noGrp="1"/>
          </p:cNvSpPr>
          <p:nvPr>
            <p:ph type="body" sz="quarter" idx="17" hasCustomPrompt="1"/>
          </p:nvPr>
        </p:nvSpPr>
        <p:spPr>
          <a:xfrm>
            <a:off x="876300" y="5318126"/>
            <a:ext cx="1104900" cy="892175"/>
          </a:xfrm>
        </p:spPr>
        <p:txBody>
          <a:bodyPr/>
          <a:lstStyle>
            <a:lvl1pPr>
              <a:lnSpc>
                <a:spcPct val="80000"/>
              </a:lnSpc>
              <a:spcAft>
                <a:spcPts val="0"/>
              </a:spcAft>
              <a:defRPr sz="5700" spc="80" baseline="0">
                <a:solidFill>
                  <a:srgbClr val="C8FF08"/>
                </a:solidFill>
                <a:latin typeface="Sons Condensed Extrabold" panose="02060906060206060203" pitchFamily="18" charset="0"/>
              </a:defRPr>
            </a:lvl1pPr>
          </a:lstStyle>
          <a:p>
            <a:pPr lvl="0"/>
            <a:r>
              <a:rPr lang="en-US" dirty="0"/>
              <a:t>##</a:t>
            </a:r>
          </a:p>
        </p:txBody>
      </p:sp>
      <p:sp>
        <p:nvSpPr>
          <p:cNvPr id="17" name="Text Placeholder 9">
            <a:extLst>
              <a:ext uri="{FF2B5EF4-FFF2-40B4-BE49-F238E27FC236}">
                <a16:creationId xmlns:a16="http://schemas.microsoft.com/office/drawing/2014/main" id="{6AC87837-1EA6-2349-931C-E6FFFB8DBB27}"/>
              </a:ext>
            </a:extLst>
          </p:cNvPr>
          <p:cNvSpPr>
            <a:spLocks noGrp="1"/>
          </p:cNvSpPr>
          <p:nvPr>
            <p:ph type="body" sz="quarter" idx="18" hasCustomPrompt="1"/>
          </p:nvPr>
        </p:nvSpPr>
        <p:spPr>
          <a:xfrm>
            <a:off x="6553200" y="1403350"/>
            <a:ext cx="1104900" cy="914400"/>
          </a:xfrm>
        </p:spPr>
        <p:txBody>
          <a:bodyPr/>
          <a:lstStyle>
            <a:lvl1pPr>
              <a:lnSpc>
                <a:spcPct val="80000"/>
              </a:lnSpc>
              <a:spcAft>
                <a:spcPts val="0"/>
              </a:spcAft>
              <a:defRPr sz="5700" spc="80" baseline="0">
                <a:solidFill>
                  <a:srgbClr val="C8FF08"/>
                </a:solidFill>
                <a:latin typeface="Sons Condensed Extrabold" panose="02060906060206060203" pitchFamily="18" charset="0"/>
              </a:defRPr>
            </a:lvl1pPr>
          </a:lstStyle>
          <a:p>
            <a:pPr lvl="0"/>
            <a:r>
              <a:rPr lang="en-US" dirty="0"/>
              <a:t>##</a:t>
            </a:r>
          </a:p>
        </p:txBody>
      </p:sp>
      <p:sp>
        <p:nvSpPr>
          <p:cNvPr id="18" name="Text Placeholder 9">
            <a:extLst>
              <a:ext uri="{FF2B5EF4-FFF2-40B4-BE49-F238E27FC236}">
                <a16:creationId xmlns:a16="http://schemas.microsoft.com/office/drawing/2014/main" id="{36138EAC-7695-894D-BBD4-055459A09359}"/>
              </a:ext>
            </a:extLst>
          </p:cNvPr>
          <p:cNvSpPr>
            <a:spLocks noGrp="1"/>
          </p:cNvSpPr>
          <p:nvPr>
            <p:ph type="body" sz="quarter" idx="19" hasCustomPrompt="1"/>
          </p:nvPr>
        </p:nvSpPr>
        <p:spPr>
          <a:xfrm>
            <a:off x="6553200" y="2378075"/>
            <a:ext cx="1104900" cy="914400"/>
          </a:xfrm>
        </p:spPr>
        <p:txBody>
          <a:bodyPr/>
          <a:lstStyle>
            <a:lvl1pPr>
              <a:lnSpc>
                <a:spcPct val="80000"/>
              </a:lnSpc>
              <a:spcAft>
                <a:spcPts val="0"/>
              </a:spcAft>
              <a:defRPr sz="5700" spc="80" baseline="0">
                <a:solidFill>
                  <a:srgbClr val="C8FF08"/>
                </a:solidFill>
                <a:latin typeface="Sons Condensed Extrabold" panose="02060906060206060203" pitchFamily="18" charset="0"/>
              </a:defRPr>
            </a:lvl1pPr>
          </a:lstStyle>
          <a:p>
            <a:pPr lvl="0"/>
            <a:r>
              <a:rPr lang="en-US" dirty="0"/>
              <a:t>##</a:t>
            </a:r>
          </a:p>
        </p:txBody>
      </p:sp>
      <p:sp>
        <p:nvSpPr>
          <p:cNvPr id="19" name="Text Placeholder 9">
            <a:extLst>
              <a:ext uri="{FF2B5EF4-FFF2-40B4-BE49-F238E27FC236}">
                <a16:creationId xmlns:a16="http://schemas.microsoft.com/office/drawing/2014/main" id="{C737E5CF-1F7C-5649-A592-CC25861D2D5B}"/>
              </a:ext>
            </a:extLst>
          </p:cNvPr>
          <p:cNvSpPr>
            <a:spLocks noGrp="1"/>
          </p:cNvSpPr>
          <p:nvPr>
            <p:ph type="body" sz="quarter" idx="20" hasCustomPrompt="1"/>
          </p:nvPr>
        </p:nvSpPr>
        <p:spPr>
          <a:xfrm>
            <a:off x="6553200" y="3359150"/>
            <a:ext cx="1104900" cy="914400"/>
          </a:xfrm>
        </p:spPr>
        <p:txBody>
          <a:bodyPr/>
          <a:lstStyle>
            <a:lvl1pPr>
              <a:lnSpc>
                <a:spcPct val="80000"/>
              </a:lnSpc>
              <a:spcAft>
                <a:spcPts val="0"/>
              </a:spcAft>
              <a:defRPr sz="5700" spc="80" baseline="0">
                <a:solidFill>
                  <a:srgbClr val="C8FF08"/>
                </a:solidFill>
                <a:latin typeface="Sons Condensed Extrabold" panose="02060906060206060203" pitchFamily="18" charset="0"/>
              </a:defRPr>
            </a:lvl1pPr>
          </a:lstStyle>
          <a:p>
            <a:pPr lvl="0"/>
            <a:r>
              <a:rPr lang="en-US" dirty="0"/>
              <a:t>##</a:t>
            </a:r>
          </a:p>
        </p:txBody>
      </p:sp>
      <p:sp>
        <p:nvSpPr>
          <p:cNvPr id="20" name="Text Placeholder 9">
            <a:extLst>
              <a:ext uri="{FF2B5EF4-FFF2-40B4-BE49-F238E27FC236}">
                <a16:creationId xmlns:a16="http://schemas.microsoft.com/office/drawing/2014/main" id="{0070BC90-9746-8846-93B3-5F5CE932FF9B}"/>
              </a:ext>
            </a:extLst>
          </p:cNvPr>
          <p:cNvSpPr>
            <a:spLocks noGrp="1"/>
          </p:cNvSpPr>
          <p:nvPr>
            <p:ph type="body" sz="quarter" idx="21" hasCustomPrompt="1"/>
          </p:nvPr>
        </p:nvSpPr>
        <p:spPr>
          <a:xfrm>
            <a:off x="6553200" y="4343399"/>
            <a:ext cx="1104900" cy="914400"/>
          </a:xfrm>
        </p:spPr>
        <p:txBody>
          <a:bodyPr/>
          <a:lstStyle>
            <a:lvl1pPr>
              <a:lnSpc>
                <a:spcPct val="80000"/>
              </a:lnSpc>
              <a:spcAft>
                <a:spcPts val="0"/>
              </a:spcAft>
              <a:defRPr sz="5700" spc="80" baseline="0">
                <a:solidFill>
                  <a:srgbClr val="C8FF08"/>
                </a:solidFill>
                <a:latin typeface="Sons Condensed Extrabold" panose="02060906060206060203" pitchFamily="18" charset="0"/>
              </a:defRPr>
            </a:lvl1pPr>
          </a:lstStyle>
          <a:p>
            <a:pPr lvl="0"/>
            <a:r>
              <a:rPr lang="en-US" dirty="0"/>
              <a:t>##</a:t>
            </a:r>
          </a:p>
        </p:txBody>
      </p:sp>
      <p:sp>
        <p:nvSpPr>
          <p:cNvPr id="21" name="Text Placeholder 9">
            <a:extLst>
              <a:ext uri="{FF2B5EF4-FFF2-40B4-BE49-F238E27FC236}">
                <a16:creationId xmlns:a16="http://schemas.microsoft.com/office/drawing/2014/main" id="{60960AB0-B647-2C4E-AAFE-66E5B8F1A5C6}"/>
              </a:ext>
            </a:extLst>
          </p:cNvPr>
          <p:cNvSpPr>
            <a:spLocks noGrp="1"/>
          </p:cNvSpPr>
          <p:nvPr>
            <p:ph type="body" sz="quarter" idx="22" hasCustomPrompt="1"/>
          </p:nvPr>
        </p:nvSpPr>
        <p:spPr>
          <a:xfrm>
            <a:off x="6553200" y="5318126"/>
            <a:ext cx="1104900" cy="892175"/>
          </a:xfrm>
        </p:spPr>
        <p:txBody>
          <a:bodyPr/>
          <a:lstStyle>
            <a:lvl1pPr>
              <a:lnSpc>
                <a:spcPct val="80000"/>
              </a:lnSpc>
              <a:spcAft>
                <a:spcPts val="0"/>
              </a:spcAft>
              <a:defRPr sz="5700" spc="80" baseline="0">
                <a:solidFill>
                  <a:srgbClr val="C8FF08"/>
                </a:solidFill>
                <a:latin typeface="Sons Condensed Extrabold" panose="02060906060206060203" pitchFamily="18" charset="0"/>
              </a:defRPr>
            </a:lvl1pPr>
          </a:lstStyle>
          <a:p>
            <a:pPr lvl="0"/>
            <a:r>
              <a:rPr lang="en-US" dirty="0"/>
              <a:t>##</a:t>
            </a:r>
          </a:p>
        </p:txBody>
      </p:sp>
      <p:sp>
        <p:nvSpPr>
          <p:cNvPr id="25" name="Text Placeholder 24">
            <a:extLst>
              <a:ext uri="{FF2B5EF4-FFF2-40B4-BE49-F238E27FC236}">
                <a16:creationId xmlns:a16="http://schemas.microsoft.com/office/drawing/2014/main" id="{4247BEE3-7D76-F644-BDAB-16ED5A8288C2}"/>
              </a:ext>
            </a:extLst>
          </p:cNvPr>
          <p:cNvSpPr>
            <a:spLocks noGrp="1"/>
          </p:cNvSpPr>
          <p:nvPr>
            <p:ph type="body" sz="quarter" idx="23"/>
          </p:nvPr>
        </p:nvSpPr>
        <p:spPr>
          <a:xfrm>
            <a:off x="1981200" y="1403350"/>
            <a:ext cx="3840480" cy="914400"/>
          </a:xfrm>
        </p:spPr>
        <p:txBody>
          <a:bodyPr/>
          <a:lstStyle>
            <a:lvl1pPr>
              <a:lnSpc>
                <a:spcPct val="100000"/>
              </a:lnSpc>
              <a:spcAft>
                <a:spcPts val="0"/>
              </a:spcAft>
              <a:defRPr sz="1200" b="0">
                <a:solidFill>
                  <a:schemeClr val="tx1"/>
                </a:solidFill>
                <a:latin typeface="Inter Semi Bold" panose="02000703000000020004" pitchFamily="50" charset="0"/>
                <a:ea typeface="Inter Semi Bold" panose="02000703000000020004" pitchFamily="50" charset="0"/>
                <a:cs typeface="Inter Semi Bold" panose="02000703000000020004" pitchFamily="50" charset="0"/>
              </a:defRPr>
            </a:lvl1pPr>
            <a:lvl2pPr marL="0" indent="0">
              <a:spcAft>
                <a:spcPts val="0"/>
              </a:spcAft>
              <a:buNone/>
              <a:defRPr sz="1200">
                <a:solidFill>
                  <a:schemeClr val="tx1"/>
                </a:solidFill>
              </a:defRPr>
            </a:lvl2pPr>
            <a:lvl3pPr marL="3175" indent="0">
              <a:spcAft>
                <a:spcPts val="0"/>
              </a:spcAft>
              <a:buNone/>
              <a:tabLst/>
              <a:defRPr sz="1200">
                <a:solidFill>
                  <a:schemeClr val="tx1"/>
                </a:solidFill>
              </a:defRPr>
            </a:lvl3pPr>
            <a:lvl4pPr marL="109728" indent="-109728">
              <a:spcAft>
                <a:spcPts val="200"/>
              </a:spcAft>
              <a:buClr>
                <a:schemeClr val="tx1"/>
              </a:buClr>
              <a:buFont typeface="Arial"/>
              <a:buChar char="–"/>
              <a:tabLst/>
              <a:defRPr sz="1000">
                <a:solidFill>
                  <a:schemeClr val="tx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7" name="Text Placeholder 24">
            <a:extLst>
              <a:ext uri="{FF2B5EF4-FFF2-40B4-BE49-F238E27FC236}">
                <a16:creationId xmlns:a16="http://schemas.microsoft.com/office/drawing/2014/main" id="{321EEC92-A39E-E94D-B2E6-F86BAE8543AF}"/>
              </a:ext>
            </a:extLst>
          </p:cNvPr>
          <p:cNvSpPr>
            <a:spLocks noGrp="1"/>
          </p:cNvSpPr>
          <p:nvPr>
            <p:ph type="body" sz="quarter" idx="24"/>
          </p:nvPr>
        </p:nvSpPr>
        <p:spPr>
          <a:xfrm>
            <a:off x="1981200" y="2378075"/>
            <a:ext cx="3840480" cy="914400"/>
          </a:xfrm>
        </p:spPr>
        <p:txBody>
          <a:bodyPr/>
          <a:lstStyle>
            <a:lvl1pPr>
              <a:lnSpc>
                <a:spcPct val="100000"/>
              </a:lnSpc>
              <a:spcAft>
                <a:spcPts val="0"/>
              </a:spcAft>
              <a:defRPr sz="1200" b="0">
                <a:solidFill>
                  <a:schemeClr val="tx1"/>
                </a:solidFill>
                <a:latin typeface="Inter Semi Bold" panose="02000703000000020004" pitchFamily="50" charset="0"/>
                <a:ea typeface="Inter Semi Bold" panose="02000703000000020004" pitchFamily="50" charset="0"/>
                <a:cs typeface="Inter Semi Bold" panose="02000703000000020004" pitchFamily="50" charset="0"/>
              </a:defRPr>
            </a:lvl1pPr>
            <a:lvl2pPr marL="0" indent="0">
              <a:spcAft>
                <a:spcPts val="0"/>
              </a:spcAft>
              <a:buNone/>
              <a:defRPr sz="1200">
                <a:solidFill>
                  <a:schemeClr val="tx1"/>
                </a:solidFill>
              </a:defRPr>
            </a:lvl2pPr>
            <a:lvl3pPr marL="3175" indent="0">
              <a:spcAft>
                <a:spcPts val="0"/>
              </a:spcAft>
              <a:buNone/>
              <a:tabLst/>
              <a:defRPr sz="1200">
                <a:solidFill>
                  <a:schemeClr val="tx1"/>
                </a:solidFill>
              </a:defRPr>
            </a:lvl3pPr>
            <a:lvl4pPr marL="109728" indent="-109728">
              <a:spcAft>
                <a:spcPts val="200"/>
              </a:spcAft>
              <a:buClr>
                <a:schemeClr val="tx1"/>
              </a:buClr>
              <a:buFont typeface="Arial"/>
              <a:buChar char="–"/>
              <a:tabLst/>
              <a:defRPr sz="1000">
                <a:solidFill>
                  <a:schemeClr val="tx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8" name="Text Placeholder 24">
            <a:extLst>
              <a:ext uri="{FF2B5EF4-FFF2-40B4-BE49-F238E27FC236}">
                <a16:creationId xmlns:a16="http://schemas.microsoft.com/office/drawing/2014/main" id="{05A623ED-65B4-834F-8518-DA9B1269F13D}"/>
              </a:ext>
            </a:extLst>
          </p:cNvPr>
          <p:cNvSpPr>
            <a:spLocks noGrp="1"/>
          </p:cNvSpPr>
          <p:nvPr>
            <p:ph type="body" sz="quarter" idx="25"/>
          </p:nvPr>
        </p:nvSpPr>
        <p:spPr>
          <a:xfrm>
            <a:off x="1981200" y="3359150"/>
            <a:ext cx="3840480" cy="914400"/>
          </a:xfrm>
        </p:spPr>
        <p:txBody>
          <a:bodyPr/>
          <a:lstStyle>
            <a:lvl1pPr>
              <a:lnSpc>
                <a:spcPct val="100000"/>
              </a:lnSpc>
              <a:spcAft>
                <a:spcPts val="0"/>
              </a:spcAft>
              <a:defRPr sz="1200" b="0">
                <a:solidFill>
                  <a:schemeClr val="tx1"/>
                </a:solidFill>
                <a:latin typeface="Inter Semi Bold" panose="02000703000000020004" pitchFamily="50" charset="0"/>
                <a:ea typeface="Inter Semi Bold" panose="02000703000000020004" pitchFamily="50" charset="0"/>
                <a:cs typeface="Inter Semi Bold" panose="02000703000000020004" pitchFamily="50" charset="0"/>
              </a:defRPr>
            </a:lvl1pPr>
            <a:lvl2pPr marL="0" indent="0">
              <a:spcAft>
                <a:spcPts val="0"/>
              </a:spcAft>
              <a:buNone/>
              <a:defRPr sz="1200">
                <a:solidFill>
                  <a:schemeClr val="tx1"/>
                </a:solidFill>
              </a:defRPr>
            </a:lvl2pPr>
            <a:lvl3pPr marL="3175" indent="0">
              <a:spcAft>
                <a:spcPts val="0"/>
              </a:spcAft>
              <a:buNone/>
              <a:tabLst/>
              <a:defRPr sz="1200">
                <a:solidFill>
                  <a:schemeClr val="tx1"/>
                </a:solidFill>
              </a:defRPr>
            </a:lvl3pPr>
            <a:lvl4pPr marL="109728" indent="-109728">
              <a:spcAft>
                <a:spcPts val="200"/>
              </a:spcAft>
              <a:buClr>
                <a:schemeClr val="tx1"/>
              </a:buClr>
              <a:buFont typeface="Arial"/>
              <a:buChar char="–"/>
              <a:tabLst/>
              <a:defRPr sz="1000">
                <a:solidFill>
                  <a:schemeClr val="tx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9" name="Text Placeholder 24">
            <a:extLst>
              <a:ext uri="{FF2B5EF4-FFF2-40B4-BE49-F238E27FC236}">
                <a16:creationId xmlns:a16="http://schemas.microsoft.com/office/drawing/2014/main" id="{27D82EA8-413C-D24C-A022-A5076609146A}"/>
              </a:ext>
            </a:extLst>
          </p:cNvPr>
          <p:cNvSpPr>
            <a:spLocks noGrp="1"/>
          </p:cNvSpPr>
          <p:nvPr>
            <p:ph type="body" sz="quarter" idx="26"/>
          </p:nvPr>
        </p:nvSpPr>
        <p:spPr>
          <a:xfrm>
            <a:off x="1981200" y="4343400"/>
            <a:ext cx="3840480" cy="914400"/>
          </a:xfrm>
        </p:spPr>
        <p:txBody>
          <a:bodyPr/>
          <a:lstStyle>
            <a:lvl1pPr>
              <a:lnSpc>
                <a:spcPct val="100000"/>
              </a:lnSpc>
              <a:spcAft>
                <a:spcPts val="0"/>
              </a:spcAft>
              <a:defRPr sz="1200" b="0">
                <a:solidFill>
                  <a:schemeClr val="tx1"/>
                </a:solidFill>
                <a:latin typeface="Inter Semi Bold" panose="02000703000000020004" pitchFamily="50" charset="0"/>
                <a:ea typeface="Inter Semi Bold" panose="02000703000000020004" pitchFamily="50" charset="0"/>
                <a:cs typeface="Inter Semi Bold" panose="02000703000000020004" pitchFamily="50" charset="0"/>
              </a:defRPr>
            </a:lvl1pPr>
            <a:lvl2pPr marL="0" indent="0">
              <a:spcAft>
                <a:spcPts val="0"/>
              </a:spcAft>
              <a:buNone/>
              <a:defRPr sz="1200">
                <a:solidFill>
                  <a:schemeClr val="tx1"/>
                </a:solidFill>
              </a:defRPr>
            </a:lvl2pPr>
            <a:lvl3pPr marL="3175" indent="0">
              <a:spcAft>
                <a:spcPts val="0"/>
              </a:spcAft>
              <a:buNone/>
              <a:tabLst/>
              <a:defRPr sz="1200">
                <a:solidFill>
                  <a:schemeClr val="tx1"/>
                </a:solidFill>
              </a:defRPr>
            </a:lvl3pPr>
            <a:lvl4pPr marL="109728" indent="-109728">
              <a:spcAft>
                <a:spcPts val="200"/>
              </a:spcAft>
              <a:buClr>
                <a:schemeClr val="tx1"/>
              </a:buClr>
              <a:buFont typeface="Arial"/>
              <a:buChar char="–"/>
              <a:tabLst/>
              <a:defRPr sz="1000">
                <a:solidFill>
                  <a:schemeClr val="tx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0" name="Text Placeholder 24">
            <a:extLst>
              <a:ext uri="{FF2B5EF4-FFF2-40B4-BE49-F238E27FC236}">
                <a16:creationId xmlns:a16="http://schemas.microsoft.com/office/drawing/2014/main" id="{37E7239D-DEAC-7F4E-BAF6-9D7D97413F9A}"/>
              </a:ext>
            </a:extLst>
          </p:cNvPr>
          <p:cNvSpPr>
            <a:spLocks noGrp="1"/>
          </p:cNvSpPr>
          <p:nvPr>
            <p:ph type="body" sz="quarter" idx="27"/>
          </p:nvPr>
        </p:nvSpPr>
        <p:spPr>
          <a:xfrm>
            <a:off x="1981200" y="5318125"/>
            <a:ext cx="3840480" cy="892175"/>
          </a:xfrm>
        </p:spPr>
        <p:txBody>
          <a:bodyPr/>
          <a:lstStyle>
            <a:lvl1pPr>
              <a:lnSpc>
                <a:spcPct val="100000"/>
              </a:lnSpc>
              <a:spcAft>
                <a:spcPts val="0"/>
              </a:spcAft>
              <a:defRPr sz="1200" b="0">
                <a:solidFill>
                  <a:schemeClr val="tx1"/>
                </a:solidFill>
                <a:latin typeface="Inter Semi Bold" panose="02000703000000020004" pitchFamily="50" charset="0"/>
                <a:ea typeface="Inter Semi Bold" panose="02000703000000020004" pitchFamily="50" charset="0"/>
                <a:cs typeface="Inter Semi Bold" panose="02000703000000020004" pitchFamily="50" charset="0"/>
              </a:defRPr>
            </a:lvl1pPr>
            <a:lvl2pPr marL="0" indent="0">
              <a:spcAft>
                <a:spcPts val="0"/>
              </a:spcAft>
              <a:buNone/>
              <a:defRPr sz="1200">
                <a:solidFill>
                  <a:schemeClr val="tx1"/>
                </a:solidFill>
              </a:defRPr>
            </a:lvl2pPr>
            <a:lvl3pPr marL="3175" indent="0">
              <a:spcAft>
                <a:spcPts val="0"/>
              </a:spcAft>
              <a:buNone/>
              <a:tabLst/>
              <a:defRPr sz="1200">
                <a:solidFill>
                  <a:schemeClr val="tx1"/>
                </a:solidFill>
              </a:defRPr>
            </a:lvl3pPr>
            <a:lvl4pPr marL="109728" indent="-109728">
              <a:spcAft>
                <a:spcPts val="200"/>
              </a:spcAft>
              <a:buClr>
                <a:schemeClr val="tx1"/>
              </a:buClr>
              <a:buFont typeface="Arial"/>
              <a:buChar char="–"/>
              <a:tabLst/>
              <a:defRPr sz="1000">
                <a:solidFill>
                  <a:schemeClr val="tx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1" name="Text Placeholder 24">
            <a:extLst>
              <a:ext uri="{FF2B5EF4-FFF2-40B4-BE49-F238E27FC236}">
                <a16:creationId xmlns:a16="http://schemas.microsoft.com/office/drawing/2014/main" id="{B11C7D85-DC2F-A745-ADB8-A7CA8256E3D0}"/>
              </a:ext>
            </a:extLst>
          </p:cNvPr>
          <p:cNvSpPr>
            <a:spLocks noGrp="1"/>
          </p:cNvSpPr>
          <p:nvPr>
            <p:ph type="body" sz="quarter" idx="28"/>
          </p:nvPr>
        </p:nvSpPr>
        <p:spPr>
          <a:xfrm>
            <a:off x="7658100" y="1403350"/>
            <a:ext cx="3840480" cy="914400"/>
          </a:xfrm>
        </p:spPr>
        <p:txBody>
          <a:bodyPr/>
          <a:lstStyle>
            <a:lvl1pPr>
              <a:lnSpc>
                <a:spcPct val="100000"/>
              </a:lnSpc>
              <a:spcAft>
                <a:spcPts val="0"/>
              </a:spcAft>
              <a:defRPr sz="1200" b="0">
                <a:solidFill>
                  <a:schemeClr val="tx1"/>
                </a:solidFill>
                <a:latin typeface="Inter Semi Bold" panose="02000703000000020004" pitchFamily="50" charset="0"/>
                <a:ea typeface="Inter Semi Bold" panose="02000703000000020004" pitchFamily="50" charset="0"/>
                <a:cs typeface="Inter Semi Bold" panose="02000703000000020004" pitchFamily="50" charset="0"/>
              </a:defRPr>
            </a:lvl1pPr>
            <a:lvl2pPr marL="0" indent="0">
              <a:spcAft>
                <a:spcPts val="0"/>
              </a:spcAft>
              <a:buNone/>
              <a:defRPr sz="1200">
                <a:solidFill>
                  <a:schemeClr val="tx1"/>
                </a:solidFill>
              </a:defRPr>
            </a:lvl2pPr>
            <a:lvl3pPr marL="3175" indent="0">
              <a:spcAft>
                <a:spcPts val="0"/>
              </a:spcAft>
              <a:buNone/>
              <a:tabLst/>
              <a:defRPr sz="1200">
                <a:solidFill>
                  <a:schemeClr val="tx1"/>
                </a:solidFill>
              </a:defRPr>
            </a:lvl3pPr>
            <a:lvl4pPr marL="109728" indent="-109728">
              <a:spcAft>
                <a:spcPts val="200"/>
              </a:spcAft>
              <a:buClr>
                <a:schemeClr val="tx1"/>
              </a:buClr>
              <a:buFont typeface="Arial"/>
              <a:buChar char="–"/>
              <a:tabLst/>
              <a:defRPr sz="1000">
                <a:solidFill>
                  <a:schemeClr val="tx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2" name="Text Placeholder 24">
            <a:extLst>
              <a:ext uri="{FF2B5EF4-FFF2-40B4-BE49-F238E27FC236}">
                <a16:creationId xmlns:a16="http://schemas.microsoft.com/office/drawing/2014/main" id="{EB74C912-DD8C-AF45-9C63-8F7BBF3C01EA}"/>
              </a:ext>
            </a:extLst>
          </p:cNvPr>
          <p:cNvSpPr>
            <a:spLocks noGrp="1"/>
          </p:cNvSpPr>
          <p:nvPr>
            <p:ph type="body" sz="quarter" idx="29"/>
          </p:nvPr>
        </p:nvSpPr>
        <p:spPr>
          <a:xfrm>
            <a:off x="7658100" y="2378075"/>
            <a:ext cx="3840480" cy="914400"/>
          </a:xfrm>
        </p:spPr>
        <p:txBody>
          <a:bodyPr/>
          <a:lstStyle>
            <a:lvl1pPr>
              <a:lnSpc>
                <a:spcPct val="100000"/>
              </a:lnSpc>
              <a:spcAft>
                <a:spcPts val="0"/>
              </a:spcAft>
              <a:defRPr sz="1200" b="0">
                <a:solidFill>
                  <a:schemeClr val="tx1"/>
                </a:solidFill>
                <a:latin typeface="Inter Semi Bold" panose="02000703000000020004" pitchFamily="50" charset="0"/>
                <a:ea typeface="Inter Semi Bold" panose="02000703000000020004" pitchFamily="50" charset="0"/>
                <a:cs typeface="Inter Semi Bold" panose="02000703000000020004" pitchFamily="50" charset="0"/>
              </a:defRPr>
            </a:lvl1pPr>
            <a:lvl2pPr marL="0" indent="0">
              <a:spcAft>
                <a:spcPts val="0"/>
              </a:spcAft>
              <a:buNone/>
              <a:defRPr sz="1200">
                <a:solidFill>
                  <a:schemeClr val="tx1"/>
                </a:solidFill>
              </a:defRPr>
            </a:lvl2pPr>
            <a:lvl3pPr marL="3175" indent="0">
              <a:spcAft>
                <a:spcPts val="0"/>
              </a:spcAft>
              <a:buNone/>
              <a:tabLst/>
              <a:defRPr sz="1200">
                <a:solidFill>
                  <a:schemeClr val="tx1"/>
                </a:solidFill>
              </a:defRPr>
            </a:lvl3pPr>
            <a:lvl4pPr marL="109728" indent="-109728">
              <a:spcAft>
                <a:spcPts val="200"/>
              </a:spcAft>
              <a:buClr>
                <a:schemeClr val="tx1"/>
              </a:buClr>
              <a:buFont typeface="Arial"/>
              <a:buChar char="–"/>
              <a:tabLst/>
              <a:defRPr sz="1000">
                <a:solidFill>
                  <a:schemeClr val="tx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3" name="Text Placeholder 24">
            <a:extLst>
              <a:ext uri="{FF2B5EF4-FFF2-40B4-BE49-F238E27FC236}">
                <a16:creationId xmlns:a16="http://schemas.microsoft.com/office/drawing/2014/main" id="{5E8DBD9B-A278-BC4A-920C-02E365359351}"/>
              </a:ext>
            </a:extLst>
          </p:cNvPr>
          <p:cNvSpPr>
            <a:spLocks noGrp="1"/>
          </p:cNvSpPr>
          <p:nvPr>
            <p:ph type="body" sz="quarter" idx="30"/>
          </p:nvPr>
        </p:nvSpPr>
        <p:spPr>
          <a:xfrm>
            <a:off x="7658100" y="3359150"/>
            <a:ext cx="3840480" cy="914400"/>
          </a:xfrm>
        </p:spPr>
        <p:txBody>
          <a:bodyPr/>
          <a:lstStyle>
            <a:lvl1pPr>
              <a:lnSpc>
                <a:spcPct val="100000"/>
              </a:lnSpc>
              <a:spcAft>
                <a:spcPts val="0"/>
              </a:spcAft>
              <a:defRPr sz="1200" b="0">
                <a:solidFill>
                  <a:schemeClr val="tx1"/>
                </a:solidFill>
                <a:latin typeface="Inter Semi Bold" panose="02000703000000020004" pitchFamily="50" charset="0"/>
                <a:ea typeface="Inter Semi Bold" panose="02000703000000020004" pitchFamily="50" charset="0"/>
                <a:cs typeface="Inter Semi Bold" panose="02000703000000020004" pitchFamily="50" charset="0"/>
              </a:defRPr>
            </a:lvl1pPr>
            <a:lvl2pPr marL="0" indent="0">
              <a:spcAft>
                <a:spcPts val="0"/>
              </a:spcAft>
              <a:buNone/>
              <a:defRPr sz="1200">
                <a:solidFill>
                  <a:schemeClr val="tx1"/>
                </a:solidFill>
              </a:defRPr>
            </a:lvl2pPr>
            <a:lvl3pPr marL="3175" indent="0">
              <a:spcAft>
                <a:spcPts val="0"/>
              </a:spcAft>
              <a:buNone/>
              <a:tabLst/>
              <a:defRPr sz="1200">
                <a:solidFill>
                  <a:schemeClr val="tx1"/>
                </a:solidFill>
              </a:defRPr>
            </a:lvl3pPr>
            <a:lvl4pPr marL="109728" indent="-109728">
              <a:spcAft>
                <a:spcPts val="200"/>
              </a:spcAft>
              <a:buClr>
                <a:schemeClr val="tx1"/>
              </a:buClr>
              <a:buFont typeface="Arial"/>
              <a:buChar char="–"/>
              <a:tabLst/>
              <a:defRPr sz="1000">
                <a:solidFill>
                  <a:schemeClr val="tx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4" name="Text Placeholder 24">
            <a:extLst>
              <a:ext uri="{FF2B5EF4-FFF2-40B4-BE49-F238E27FC236}">
                <a16:creationId xmlns:a16="http://schemas.microsoft.com/office/drawing/2014/main" id="{FF9FB30C-3AED-7D45-A24D-38F4A99E19BA}"/>
              </a:ext>
            </a:extLst>
          </p:cNvPr>
          <p:cNvSpPr>
            <a:spLocks noGrp="1"/>
          </p:cNvSpPr>
          <p:nvPr>
            <p:ph type="body" sz="quarter" idx="31"/>
          </p:nvPr>
        </p:nvSpPr>
        <p:spPr>
          <a:xfrm>
            <a:off x="7658100" y="4343400"/>
            <a:ext cx="3840480" cy="914400"/>
          </a:xfrm>
        </p:spPr>
        <p:txBody>
          <a:bodyPr/>
          <a:lstStyle>
            <a:lvl1pPr>
              <a:lnSpc>
                <a:spcPct val="100000"/>
              </a:lnSpc>
              <a:spcAft>
                <a:spcPts val="0"/>
              </a:spcAft>
              <a:defRPr sz="1200" b="0">
                <a:solidFill>
                  <a:schemeClr val="tx1"/>
                </a:solidFill>
                <a:latin typeface="Inter Semi Bold" panose="02000703000000020004" pitchFamily="50" charset="0"/>
                <a:ea typeface="Inter Semi Bold" panose="02000703000000020004" pitchFamily="50" charset="0"/>
                <a:cs typeface="Inter Semi Bold" panose="02000703000000020004" pitchFamily="50" charset="0"/>
              </a:defRPr>
            </a:lvl1pPr>
            <a:lvl2pPr marL="0" indent="0">
              <a:spcAft>
                <a:spcPts val="0"/>
              </a:spcAft>
              <a:buNone/>
              <a:defRPr sz="1200">
                <a:solidFill>
                  <a:schemeClr val="tx1"/>
                </a:solidFill>
              </a:defRPr>
            </a:lvl2pPr>
            <a:lvl3pPr marL="3175" indent="0">
              <a:spcAft>
                <a:spcPts val="0"/>
              </a:spcAft>
              <a:buNone/>
              <a:tabLst/>
              <a:defRPr sz="1200">
                <a:solidFill>
                  <a:schemeClr val="tx1"/>
                </a:solidFill>
              </a:defRPr>
            </a:lvl3pPr>
            <a:lvl4pPr marL="109728" indent="-109728">
              <a:spcAft>
                <a:spcPts val="200"/>
              </a:spcAft>
              <a:buClr>
                <a:schemeClr val="tx1"/>
              </a:buClr>
              <a:buFont typeface="Arial"/>
              <a:buChar char="–"/>
              <a:tabLst/>
              <a:defRPr sz="1000">
                <a:solidFill>
                  <a:schemeClr val="tx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5" name="Text Placeholder 24">
            <a:extLst>
              <a:ext uri="{FF2B5EF4-FFF2-40B4-BE49-F238E27FC236}">
                <a16:creationId xmlns:a16="http://schemas.microsoft.com/office/drawing/2014/main" id="{612DBE41-3DAD-064C-BC23-5C041B16A221}"/>
              </a:ext>
            </a:extLst>
          </p:cNvPr>
          <p:cNvSpPr>
            <a:spLocks noGrp="1"/>
          </p:cNvSpPr>
          <p:nvPr>
            <p:ph type="body" sz="quarter" idx="32"/>
          </p:nvPr>
        </p:nvSpPr>
        <p:spPr>
          <a:xfrm>
            <a:off x="7658100" y="5318125"/>
            <a:ext cx="3840480" cy="892175"/>
          </a:xfrm>
        </p:spPr>
        <p:txBody>
          <a:bodyPr/>
          <a:lstStyle>
            <a:lvl1pPr>
              <a:lnSpc>
                <a:spcPct val="100000"/>
              </a:lnSpc>
              <a:spcAft>
                <a:spcPts val="0"/>
              </a:spcAft>
              <a:defRPr sz="1200" b="0">
                <a:solidFill>
                  <a:schemeClr val="tx1"/>
                </a:solidFill>
                <a:latin typeface="Inter Semi Bold" panose="02000703000000020004" pitchFamily="50" charset="0"/>
                <a:ea typeface="Inter Semi Bold" panose="02000703000000020004" pitchFamily="50" charset="0"/>
                <a:cs typeface="Inter Semi Bold" panose="02000703000000020004" pitchFamily="50" charset="0"/>
              </a:defRPr>
            </a:lvl1pPr>
            <a:lvl2pPr marL="0" indent="0">
              <a:spcAft>
                <a:spcPts val="0"/>
              </a:spcAft>
              <a:buNone/>
              <a:defRPr sz="1200">
                <a:solidFill>
                  <a:schemeClr val="tx1"/>
                </a:solidFill>
              </a:defRPr>
            </a:lvl2pPr>
            <a:lvl3pPr marL="3175" indent="0">
              <a:spcAft>
                <a:spcPts val="0"/>
              </a:spcAft>
              <a:buNone/>
              <a:tabLst/>
              <a:defRPr sz="1200">
                <a:solidFill>
                  <a:schemeClr val="tx1"/>
                </a:solidFill>
              </a:defRPr>
            </a:lvl3pPr>
            <a:lvl4pPr marL="109728" indent="-109728">
              <a:spcAft>
                <a:spcPts val="200"/>
              </a:spcAft>
              <a:buClr>
                <a:schemeClr val="tx1"/>
              </a:buClr>
              <a:buFont typeface="Arial"/>
              <a:buChar char="–"/>
              <a:tabLst/>
              <a:defRPr sz="1000">
                <a:solidFill>
                  <a:schemeClr val="tx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pic>
        <p:nvPicPr>
          <p:cNvPr id="4" name="Picture 3" descr="Text  Description automatically generated">
            <a:extLst>
              <a:ext uri="{FF2B5EF4-FFF2-40B4-BE49-F238E27FC236}">
                <a16:creationId xmlns:a16="http://schemas.microsoft.com/office/drawing/2014/main" id="{FD051AE3-C2A3-6884-82E8-0091361DC8B0}"/>
              </a:ext>
            </a:extLst>
          </p:cNvPr>
          <p:cNvPicPr>
            <a:picLocks noChangeAspect="1"/>
          </p:cNvPicPr>
          <p:nvPr userDrawn="1"/>
        </p:nvPicPr>
        <p:blipFill>
          <a:blip r:embed="rId3"/>
          <a:stretch>
            <a:fillRect/>
          </a:stretch>
        </p:blipFill>
        <p:spPr>
          <a:xfrm>
            <a:off x="10309857" y="339154"/>
            <a:ext cx="1553489" cy="485273"/>
          </a:xfrm>
          <a:prstGeom prst="rect">
            <a:avLst/>
          </a:prstGeom>
        </p:spPr>
      </p:pic>
      <p:sp>
        <p:nvSpPr>
          <p:cNvPr id="3" name="Footer Placeholder 15">
            <a:extLst>
              <a:ext uri="{FF2B5EF4-FFF2-40B4-BE49-F238E27FC236}">
                <a16:creationId xmlns:a16="http://schemas.microsoft.com/office/drawing/2014/main" id="{53311958-D829-0977-08EB-86681C4D7D93}"/>
              </a:ext>
            </a:extLst>
          </p:cNvPr>
          <p:cNvSpPr>
            <a:spLocks noGrp="1"/>
          </p:cNvSpPr>
          <p:nvPr>
            <p:ph type="ftr" sz="quarter" idx="4294967295"/>
          </p:nvPr>
        </p:nvSpPr>
        <p:spPr>
          <a:xfrm>
            <a:off x="419100" y="6492875"/>
            <a:ext cx="10248900" cy="244653"/>
          </a:xfrm>
        </p:spPr>
        <p:txBody>
          <a:bodyPr/>
          <a:lstStyle>
            <a:lvl1pPr>
              <a:defRPr>
                <a:solidFill>
                  <a:schemeClr val="tx1"/>
                </a:solidFill>
              </a:defRPr>
            </a:lvl1pPr>
          </a:lstStyle>
          <a:p>
            <a:pPr defTabSz="914126"/>
            <a:r>
              <a:rPr lang="en-US" sz="800" dirty="0">
                <a:ea typeface="Inter" panose="02000503000000020004" pitchFamily="2" charset="0"/>
              </a:rPr>
              <a:t>© 2026 GE Vernova and/or its affiliates. All rights reserved.</a:t>
            </a:r>
            <a:endParaRPr lang="en-US" sz="800" dirty="0"/>
          </a:p>
        </p:txBody>
      </p:sp>
    </p:spTree>
    <p:custDataLst>
      <p:tags r:id="rId1"/>
    </p:custDataLst>
    <p:extLst>
      <p:ext uri="{BB962C8B-B14F-4D97-AF65-F5344CB8AC3E}">
        <p14:creationId xmlns:p14="http://schemas.microsoft.com/office/powerpoint/2010/main" val="26311658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pos="1248" userDrawn="1">
          <p15:clr>
            <a:srgbClr val="FBAE40"/>
          </p15:clr>
        </p15:guide>
        <p15:guide id="3" pos="4128" userDrawn="1">
          <p15:clr>
            <a:srgbClr val="FBAE40"/>
          </p15:clr>
        </p15:guide>
        <p15:guide id="4" pos="4824" userDrawn="1">
          <p15:clr>
            <a:srgbClr val="FBAE40"/>
          </p15:clr>
        </p15:guide>
        <p15:guide id="5" orient="horz" pos="884" userDrawn="1">
          <p15:clr>
            <a:srgbClr val="FBAE40"/>
          </p15:clr>
        </p15:guide>
        <p15:guide id="6" orient="horz" pos="1498" userDrawn="1">
          <p15:clr>
            <a:srgbClr val="FBAE40"/>
          </p15:clr>
        </p15:guide>
        <p15:guide id="7" orient="horz" pos="2116" userDrawn="1">
          <p15:clr>
            <a:srgbClr val="FBAE40"/>
          </p15:clr>
        </p15:guide>
        <p15:guide id="8" orient="horz" pos="2736" userDrawn="1">
          <p15:clr>
            <a:srgbClr val="FBAE40"/>
          </p15:clr>
        </p15:guide>
        <p15:guide id="9" orient="horz" pos="3350" userDrawn="1">
          <p15:clr>
            <a:srgbClr val="FBAE40"/>
          </p15:clr>
        </p15:guide>
        <p15:guide id="10" pos="552" userDrawn="1">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Infographic — Grid B">
    <p:bg>
      <p:bgPr>
        <a:solidFill>
          <a:schemeClr val="tx1"/>
        </a:soli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p:txBody>
          <a:bodyPr/>
          <a:lstStyle>
            <a:lvl1pPr>
              <a:defRPr>
                <a:solidFill>
                  <a:srgbClr val="005E60"/>
                </a:solidFill>
              </a:defRPr>
            </a:lvl1pPr>
          </a:lstStyle>
          <a:p>
            <a:r>
              <a:rPr lang="en-US"/>
              <a:t>Click to edit Master title style</a:t>
            </a:r>
            <a:endParaRPr lang="en-US" dirty="0"/>
          </a:p>
        </p:txBody>
      </p:sp>
      <p:sp>
        <p:nvSpPr>
          <p:cNvPr id="10" name="Text Placeholder 9">
            <a:extLst>
              <a:ext uri="{FF2B5EF4-FFF2-40B4-BE49-F238E27FC236}">
                <a16:creationId xmlns:a16="http://schemas.microsoft.com/office/drawing/2014/main" id="{F4F0CB69-A8C9-3148-BE3D-A492C022E5FA}"/>
              </a:ext>
            </a:extLst>
          </p:cNvPr>
          <p:cNvSpPr>
            <a:spLocks noGrp="1"/>
          </p:cNvSpPr>
          <p:nvPr>
            <p:ph type="body" sz="quarter" idx="13" hasCustomPrompt="1"/>
          </p:nvPr>
        </p:nvSpPr>
        <p:spPr>
          <a:xfrm>
            <a:off x="876300" y="1403350"/>
            <a:ext cx="1104900" cy="914400"/>
          </a:xfrm>
        </p:spPr>
        <p:txBody>
          <a:bodyPr/>
          <a:lstStyle>
            <a:lvl1pPr>
              <a:lnSpc>
                <a:spcPct val="80000"/>
              </a:lnSpc>
              <a:spcAft>
                <a:spcPts val="0"/>
              </a:spcAft>
              <a:defRPr sz="5700" spc="80" baseline="0">
                <a:solidFill>
                  <a:schemeClr val="tx2"/>
                </a:solidFill>
                <a:latin typeface="Sons Condensed Extrabold" panose="02060906060206060203" pitchFamily="18" charset="0"/>
              </a:defRPr>
            </a:lvl1pPr>
          </a:lstStyle>
          <a:p>
            <a:pPr lvl="0"/>
            <a:r>
              <a:rPr lang="en-US" dirty="0"/>
              <a:t>##</a:t>
            </a:r>
          </a:p>
        </p:txBody>
      </p:sp>
      <p:sp>
        <p:nvSpPr>
          <p:cNvPr id="11" name="Text Placeholder 9">
            <a:extLst>
              <a:ext uri="{FF2B5EF4-FFF2-40B4-BE49-F238E27FC236}">
                <a16:creationId xmlns:a16="http://schemas.microsoft.com/office/drawing/2014/main" id="{73263E97-D3AD-CB4D-A38F-E36DBD10B2B0}"/>
              </a:ext>
            </a:extLst>
          </p:cNvPr>
          <p:cNvSpPr>
            <a:spLocks noGrp="1"/>
          </p:cNvSpPr>
          <p:nvPr>
            <p:ph type="body" sz="quarter" idx="14" hasCustomPrompt="1"/>
          </p:nvPr>
        </p:nvSpPr>
        <p:spPr>
          <a:xfrm>
            <a:off x="876300" y="2378075"/>
            <a:ext cx="1104900" cy="914400"/>
          </a:xfrm>
        </p:spPr>
        <p:txBody>
          <a:bodyPr/>
          <a:lstStyle>
            <a:lvl1pPr>
              <a:lnSpc>
                <a:spcPct val="80000"/>
              </a:lnSpc>
              <a:spcAft>
                <a:spcPts val="0"/>
              </a:spcAft>
              <a:defRPr sz="5700" spc="80" baseline="0">
                <a:solidFill>
                  <a:schemeClr val="tx2"/>
                </a:solidFill>
                <a:latin typeface="Sons Condensed Extrabold" panose="02060906060206060203" pitchFamily="18" charset="0"/>
              </a:defRPr>
            </a:lvl1pPr>
          </a:lstStyle>
          <a:p>
            <a:pPr lvl="0"/>
            <a:r>
              <a:rPr lang="en-US" dirty="0"/>
              <a:t>##</a:t>
            </a:r>
          </a:p>
        </p:txBody>
      </p:sp>
      <p:sp>
        <p:nvSpPr>
          <p:cNvPr id="12" name="Text Placeholder 9">
            <a:extLst>
              <a:ext uri="{FF2B5EF4-FFF2-40B4-BE49-F238E27FC236}">
                <a16:creationId xmlns:a16="http://schemas.microsoft.com/office/drawing/2014/main" id="{40C84B42-6275-4644-86D4-ECD146789AA4}"/>
              </a:ext>
            </a:extLst>
          </p:cNvPr>
          <p:cNvSpPr>
            <a:spLocks noGrp="1"/>
          </p:cNvSpPr>
          <p:nvPr>
            <p:ph type="body" sz="quarter" idx="15" hasCustomPrompt="1"/>
          </p:nvPr>
        </p:nvSpPr>
        <p:spPr>
          <a:xfrm>
            <a:off x="876300" y="3359150"/>
            <a:ext cx="1104900" cy="914400"/>
          </a:xfrm>
        </p:spPr>
        <p:txBody>
          <a:bodyPr/>
          <a:lstStyle>
            <a:lvl1pPr>
              <a:lnSpc>
                <a:spcPct val="80000"/>
              </a:lnSpc>
              <a:spcAft>
                <a:spcPts val="0"/>
              </a:spcAft>
              <a:defRPr sz="5700" spc="80" baseline="0">
                <a:solidFill>
                  <a:schemeClr val="tx2"/>
                </a:solidFill>
                <a:latin typeface="Sons Condensed Extrabold" panose="02060906060206060203" pitchFamily="18" charset="0"/>
              </a:defRPr>
            </a:lvl1pPr>
          </a:lstStyle>
          <a:p>
            <a:pPr lvl="0"/>
            <a:r>
              <a:rPr lang="en-US" dirty="0"/>
              <a:t>##</a:t>
            </a:r>
          </a:p>
        </p:txBody>
      </p:sp>
      <p:sp>
        <p:nvSpPr>
          <p:cNvPr id="13" name="Text Placeholder 9">
            <a:extLst>
              <a:ext uri="{FF2B5EF4-FFF2-40B4-BE49-F238E27FC236}">
                <a16:creationId xmlns:a16="http://schemas.microsoft.com/office/drawing/2014/main" id="{C0F8B490-4361-CC4A-9F61-79B2E81AFCDE}"/>
              </a:ext>
            </a:extLst>
          </p:cNvPr>
          <p:cNvSpPr>
            <a:spLocks noGrp="1"/>
          </p:cNvSpPr>
          <p:nvPr>
            <p:ph type="body" sz="quarter" idx="16" hasCustomPrompt="1"/>
          </p:nvPr>
        </p:nvSpPr>
        <p:spPr>
          <a:xfrm>
            <a:off x="876300" y="4343399"/>
            <a:ext cx="1104900" cy="914400"/>
          </a:xfrm>
        </p:spPr>
        <p:txBody>
          <a:bodyPr/>
          <a:lstStyle>
            <a:lvl1pPr>
              <a:lnSpc>
                <a:spcPct val="80000"/>
              </a:lnSpc>
              <a:spcAft>
                <a:spcPts val="0"/>
              </a:spcAft>
              <a:defRPr sz="5700" spc="80" baseline="0">
                <a:solidFill>
                  <a:schemeClr val="tx2"/>
                </a:solidFill>
                <a:latin typeface="Sons Condensed Extrabold" panose="02060906060206060203" pitchFamily="18" charset="0"/>
              </a:defRPr>
            </a:lvl1pPr>
          </a:lstStyle>
          <a:p>
            <a:pPr lvl="0"/>
            <a:r>
              <a:rPr lang="en-US" dirty="0"/>
              <a:t>##</a:t>
            </a:r>
          </a:p>
        </p:txBody>
      </p:sp>
      <p:sp>
        <p:nvSpPr>
          <p:cNvPr id="14" name="Text Placeholder 9">
            <a:extLst>
              <a:ext uri="{FF2B5EF4-FFF2-40B4-BE49-F238E27FC236}">
                <a16:creationId xmlns:a16="http://schemas.microsoft.com/office/drawing/2014/main" id="{73CABFCA-A501-7E4D-9263-58563C08AE0E}"/>
              </a:ext>
            </a:extLst>
          </p:cNvPr>
          <p:cNvSpPr>
            <a:spLocks noGrp="1"/>
          </p:cNvSpPr>
          <p:nvPr>
            <p:ph type="body" sz="quarter" idx="17" hasCustomPrompt="1"/>
          </p:nvPr>
        </p:nvSpPr>
        <p:spPr>
          <a:xfrm>
            <a:off x="876300" y="5318126"/>
            <a:ext cx="1104900" cy="892175"/>
          </a:xfrm>
        </p:spPr>
        <p:txBody>
          <a:bodyPr/>
          <a:lstStyle>
            <a:lvl1pPr>
              <a:lnSpc>
                <a:spcPct val="80000"/>
              </a:lnSpc>
              <a:spcAft>
                <a:spcPts val="0"/>
              </a:spcAft>
              <a:defRPr sz="5700" spc="80" baseline="0">
                <a:solidFill>
                  <a:schemeClr val="tx2"/>
                </a:solidFill>
                <a:latin typeface="Sons Condensed Extrabold" panose="02060906060206060203" pitchFamily="18" charset="0"/>
              </a:defRPr>
            </a:lvl1pPr>
          </a:lstStyle>
          <a:p>
            <a:pPr lvl="0"/>
            <a:r>
              <a:rPr lang="en-US" dirty="0"/>
              <a:t>##</a:t>
            </a:r>
          </a:p>
        </p:txBody>
      </p:sp>
      <p:sp>
        <p:nvSpPr>
          <p:cNvPr id="17" name="Text Placeholder 9">
            <a:extLst>
              <a:ext uri="{FF2B5EF4-FFF2-40B4-BE49-F238E27FC236}">
                <a16:creationId xmlns:a16="http://schemas.microsoft.com/office/drawing/2014/main" id="{6AC87837-1EA6-2349-931C-E6FFFB8DBB27}"/>
              </a:ext>
            </a:extLst>
          </p:cNvPr>
          <p:cNvSpPr>
            <a:spLocks noGrp="1"/>
          </p:cNvSpPr>
          <p:nvPr>
            <p:ph type="body" sz="quarter" idx="18" hasCustomPrompt="1"/>
          </p:nvPr>
        </p:nvSpPr>
        <p:spPr>
          <a:xfrm>
            <a:off x="6553200" y="1403350"/>
            <a:ext cx="1104900" cy="914400"/>
          </a:xfrm>
        </p:spPr>
        <p:txBody>
          <a:bodyPr/>
          <a:lstStyle>
            <a:lvl1pPr>
              <a:lnSpc>
                <a:spcPct val="80000"/>
              </a:lnSpc>
              <a:spcAft>
                <a:spcPts val="0"/>
              </a:spcAft>
              <a:defRPr sz="5700" spc="80" baseline="0">
                <a:solidFill>
                  <a:schemeClr val="tx2"/>
                </a:solidFill>
                <a:latin typeface="Sons Condensed Extrabold" panose="02060906060206060203" pitchFamily="18" charset="0"/>
              </a:defRPr>
            </a:lvl1pPr>
          </a:lstStyle>
          <a:p>
            <a:pPr lvl="0"/>
            <a:r>
              <a:rPr lang="en-US" dirty="0"/>
              <a:t>##</a:t>
            </a:r>
          </a:p>
        </p:txBody>
      </p:sp>
      <p:sp>
        <p:nvSpPr>
          <p:cNvPr id="18" name="Text Placeholder 9">
            <a:extLst>
              <a:ext uri="{FF2B5EF4-FFF2-40B4-BE49-F238E27FC236}">
                <a16:creationId xmlns:a16="http://schemas.microsoft.com/office/drawing/2014/main" id="{36138EAC-7695-894D-BBD4-055459A09359}"/>
              </a:ext>
            </a:extLst>
          </p:cNvPr>
          <p:cNvSpPr>
            <a:spLocks noGrp="1"/>
          </p:cNvSpPr>
          <p:nvPr>
            <p:ph type="body" sz="quarter" idx="19" hasCustomPrompt="1"/>
          </p:nvPr>
        </p:nvSpPr>
        <p:spPr>
          <a:xfrm>
            <a:off x="6553200" y="2378075"/>
            <a:ext cx="1104900" cy="914400"/>
          </a:xfrm>
        </p:spPr>
        <p:txBody>
          <a:bodyPr/>
          <a:lstStyle>
            <a:lvl1pPr>
              <a:lnSpc>
                <a:spcPct val="80000"/>
              </a:lnSpc>
              <a:spcAft>
                <a:spcPts val="0"/>
              </a:spcAft>
              <a:defRPr sz="5700" spc="80" baseline="0">
                <a:solidFill>
                  <a:schemeClr val="tx2"/>
                </a:solidFill>
                <a:latin typeface="Sons Condensed Extrabold" panose="02060906060206060203" pitchFamily="18" charset="0"/>
              </a:defRPr>
            </a:lvl1pPr>
          </a:lstStyle>
          <a:p>
            <a:pPr lvl="0"/>
            <a:r>
              <a:rPr lang="en-US" dirty="0"/>
              <a:t>##</a:t>
            </a:r>
          </a:p>
        </p:txBody>
      </p:sp>
      <p:sp>
        <p:nvSpPr>
          <p:cNvPr id="19" name="Text Placeholder 9">
            <a:extLst>
              <a:ext uri="{FF2B5EF4-FFF2-40B4-BE49-F238E27FC236}">
                <a16:creationId xmlns:a16="http://schemas.microsoft.com/office/drawing/2014/main" id="{C737E5CF-1F7C-5649-A592-CC25861D2D5B}"/>
              </a:ext>
            </a:extLst>
          </p:cNvPr>
          <p:cNvSpPr>
            <a:spLocks noGrp="1"/>
          </p:cNvSpPr>
          <p:nvPr>
            <p:ph type="body" sz="quarter" idx="20" hasCustomPrompt="1"/>
          </p:nvPr>
        </p:nvSpPr>
        <p:spPr>
          <a:xfrm>
            <a:off x="6553200" y="3359150"/>
            <a:ext cx="1104900" cy="914400"/>
          </a:xfrm>
        </p:spPr>
        <p:txBody>
          <a:bodyPr/>
          <a:lstStyle>
            <a:lvl1pPr>
              <a:lnSpc>
                <a:spcPct val="80000"/>
              </a:lnSpc>
              <a:spcAft>
                <a:spcPts val="0"/>
              </a:spcAft>
              <a:defRPr sz="5700" spc="80" baseline="0">
                <a:solidFill>
                  <a:schemeClr val="tx2"/>
                </a:solidFill>
                <a:latin typeface="Sons Condensed Extrabold" panose="02060906060206060203" pitchFamily="18" charset="0"/>
              </a:defRPr>
            </a:lvl1pPr>
          </a:lstStyle>
          <a:p>
            <a:pPr lvl="0"/>
            <a:r>
              <a:rPr lang="en-US" dirty="0"/>
              <a:t>##</a:t>
            </a:r>
          </a:p>
        </p:txBody>
      </p:sp>
      <p:sp>
        <p:nvSpPr>
          <p:cNvPr id="20" name="Text Placeholder 9">
            <a:extLst>
              <a:ext uri="{FF2B5EF4-FFF2-40B4-BE49-F238E27FC236}">
                <a16:creationId xmlns:a16="http://schemas.microsoft.com/office/drawing/2014/main" id="{0070BC90-9746-8846-93B3-5F5CE932FF9B}"/>
              </a:ext>
            </a:extLst>
          </p:cNvPr>
          <p:cNvSpPr>
            <a:spLocks noGrp="1"/>
          </p:cNvSpPr>
          <p:nvPr>
            <p:ph type="body" sz="quarter" idx="21" hasCustomPrompt="1"/>
          </p:nvPr>
        </p:nvSpPr>
        <p:spPr>
          <a:xfrm>
            <a:off x="6553200" y="4343399"/>
            <a:ext cx="1104900" cy="914400"/>
          </a:xfrm>
        </p:spPr>
        <p:txBody>
          <a:bodyPr/>
          <a:lstStyle>
            <a:lvl1pPr>
              <a:lnSpc>
                <a:spcPct val="80000"/>
              </a:lnSpc>
              <a:spcAft>
                <a:spcPts val="0"/>
              </a:spcAft>
              <a:defRPr sz="5700" spc="80" baseline="0">
                <a:solidFill>
                  <a:schemeClr val="tx2"/>
                </a:solidFill>
                <a:latin typeface="Sons Condensed Extrabold" panose="02060906060206060203" pitchFamily="18" charset="0"/>
              </a:defRPr>
            </a:lvl1pPr>
          </a:lstStyle>
          <a:p>
            <a:pPr lvl="0"/>
            <a:r>
              <a:rPr lang="en-US" dirty="0"/>
              <a:t>##</a:t>
            </a:r>
          </a:p>
        </p:txBody>
      </p:sp>
      <p:sp>
        <p:nvSpPr>
          <p:cNvPr id="21" name="Text Placeholder 9">
            <a:extLst>
              <a:ext uri="{FF2B5EF4-FFF2-40B4-BE49-F238E27FC236}">
                <a16:creationId xmlns:a16="http://schemas.microsoft.com/office/drawing/2014/main" id="{60960AB0-B647-2C4E-AAFE-66E5B8F1A5C6}"/>
              </a:ext>
            </a:extLst>
          </p:cNvPr>
          <p:cNvSpPr>
            <a:spLocks noGrp="1"/>
          </p:cNvSpPr>
          <p:nvPr>
            <p:ph type="body" sz="quarter" idx="22" hasCustomPrompt="1"/>
          </p:nvPr>
        </p:nvSpPr>
        <p:spPr>
          <a:xfrm>
            <a:off x="6553200" y="5318126"/>
            <a:ext cx="1104900" cy="892175"/>
          </a:xfrm>
        </p:spPr>
        <p:txBody>
          <a:bodyPr/>
          <a:lstStyle>
            <a:lvl1pPr>
              <a:lnSpc>
                <a:spcPct val="80000"/>
              </a:lnSpc>
              <a:spcAft>
                <a:spcPts val="0"/>
              </a:spcAft>
              <a:defRPr sz="5700" spc="80" baseline="0">
                <a:solidFill>
                  <a:schemeClr val="tx2"/>
                </a:solidFill>
                <a:latin typeface="Sons Condensed Extrabold" panose="02060906060206060203" pitchFamily="18" charset="0"/>
              </a:defRPr>
            </a:lvl1pPr>
          </a:lstStyle>
          <a:p>
            <a:pPr lvl="0"/>
            <a:r>
              <a:rPr lang="en-US" dirty="0"/>
              <a:t>##</a:t>
            </a:r>
          </a:p>
        </p:txBody>
      </p:sp>
      <p:sp>
        <p:nvSpPr>
          <p:cNvPr id="25" name="Text Placeholder 24">
            <a:extLst>
              <a:ext uri="{FF2B5EF4-FFF2-40B4-BE49-F238E27FC236}">
                <a16:creationId xmlns:a16="http://schemas.microsoft.com/office/drawing/2014/main" id="{4247BEE3-7D76-F644-BDAB-16ED5A8288C2}"/>
              </a:ext>
            </a:extLst>
          </p:cNvPr>
          <p:cNvSpPr>
            <a:spLocks noGrp="1"/>
          </p:cNvSpPr>
          <p:nvPr>
            <p:ph type="body" sz="quarter" idx="23"/>
          </p:nvPr>
        </p:nvSpPr>
        <p:spPr>
          <a:xfrm>
            <a:off x="1981200" y="1403350"/>
            <a:ext cx="3840480" cy="914400"/>
          </a:xfrm>
        </p:spPr>
        <p:txBody>
          <a:bodyPr/>
          <a:lstStyle>
            <a:lvl1pPr>
              <a:lnSpc>
                <a:spcPct val="100000"/>
              </a:lnSpc>
              <a:spcAft>
                <a:spcPts val="0"/>
              </a:spcAft>
              <a:defRPr sz="1200" b="0">
                <a:solidFill>
                  <a:srgbClr val="212121"/>
                </a:solidFill>
                <a:latin typeface="Inter Semi Bold" panose="02000703000000020004" pitchFamily="50" charset="0"/>
                <a:ea typeface="Inter Semi Bold" panose="02000703000000020004" pitchFamily="50" charset="0"/>
                <a:cs typeface="Inter Semi Bold" panose="02000703000000020004" pitchFamily="50" charset="0"/>
              </a:defRPr>
            </a:lvl1pPr>
            <a:lvl2pPr marL="0" indent="0">
              <a:spcAft>
                <a:spcPts val="0"/>
              </a:spcAft>
              <a:buNone/>
              <a:defRPr sz="1200">
                <a:solidFill>
                  <a:srgbClr val="212121"/>
                </a:solidFill>
              </a:defRPr>
            </a:lvl2pPr>
            <a:lvl3pPr marL="3175" indent="0">
              <a:spcAft>
                <a:spcPts val="0"/>
              </a:spcAft>
              <a:buNone/>
              <a:tabLst/>
              <a:defRPr sz="1200">
                <a:solidFill>
                  <a:srgbClr val="212121"/>
                </a:solidFill>
              </a:defRPr>
            </a:lvl3pPr>
            <a:lvl4pPr marL="109728" indent="-109728">
              <a:spcAft>
                <a:spcPts val="200"/>
              </a:spcAft>
              <a:buClr>
                <a:schemeClr val="bg2"/>
              </a:buClr>
              <a:buFont typeface="Arial"/>
              <a:buChar char="–"/>
              <a:tabLst/>
              <a:defRPr sz="1000">
                <a:solidFill>
                  <a:srgbClr val="21212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7" name="Text Placeholder 24">
            <a:extLst>
              <a:ext uri="{FF2B5EF4-FFF2-40B4-BE49-F238E27FC236}">
                <a16:creationId xmlns:a16="http://schemas.microsoft.com/office/drawing/2014/main" id="{321EEC92-A39E-E94D-B2E6-F86BAE8543AF}"/>
              </a:ext>
            </a:extLst>
          </p:cNvPr>
          <p:cNvSpPr>
            <a:spLocks noGrp="1"/>
          </p:cNvSpPr>
          <p:nvPr>
            <p:ph type="body" sz="quarter" idx="24"/>
          </p:nvPr>
        </p:nvSpPr>
        <p:spPr>
          <a:xfrm>
            <a:off x="1981200" y="2378075"/>
            <a:ext cx="3840480" cy="914400"/>
          </a:xfrm>
        </p:spPr>
        <p:txBody>
          <a:bodyPr/>
          <a:lstStyle>
            <a:lvl1pPr>
              <a:lnSpc>
                <a:spcPct val="100000"/>
              </a:lnSpc>
              <a:spcAft>
                <a:spcPts val="0"/>
              </a:spcAft>
              <a:defRPr sz="1200" b="0">
                <a:solidFill>
                  <a:srgbClr val="212121"/>
                </a:solidFill>
                <a:latin typeface="Inter Semi Bold" panose="02000703000000020004" pitchFamily="50" charset="0"/>
                <a:ea typeface="Inter Semi Bold" panose="02000703000000020004" pitchFamily="50" charset="0"/>
                <a:cs typeface="Inter Semi Bold" panose="02000703000000020004" pitchFamily="50" charset="0"/>
              </a:defRPr>
            </a:lvl1pPr>
            <a:lvl2pPr marL="0" indent="0">
              <a:spcAft>
                <a:spcPts val="0"/>
              </a:spcAft>
              <a:buNone/>
              <a:defRPr sz="1200">
                <a:solidFill>
                  <a:srgbClr val="212121"/>
                </a:solidFill>
              </a:defRPr>
            </a:lvl2pPr>
            <a:lvl3pPr marL="3175" indent="0">
              <a:spcAft>
                <a:spcPts val="0"/>
              </a:spcAft>
              <a:buNone/>
              <a:tabLst/>
              <a:defRPr sz="1200">
                <a:solidFill>
                  <a:srgbClr val="212121"/>
                </a:solidFill>
              </a:defRPr>
            </a:lvl3pPr>
            <a:lvl4pPr marL="109728" indent="-109728">
              <a:spcAft>
                <a:spcPts val="200"/>
              </a:spcAft>
              <a:buClr>
                <a:schemeClr val="bg2"/>
              </a:buClr>
              <a:buFont typeface="Arial"/>
              <a:buChar char="–"/>
              <a:tabLst/>
              <a:defRPr sz="1000">
                <a:solidFill>
                  <a:srgbClr val="21212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8" name="Text Placeholder 24">
            <a:extLst>
              <a:ext uri="{FF2B5EF4-FFF2-40B4-BE49-F238E27FC236}">
                <a16:creationId xmlns:a16="http://schemas.microsoft.com/office/drawing/2014/main" id="{05A623ED-65B4-834F-8518-DA9B1269F13D}"/>
              </a:ext>
            </a:extLst>
          </p:cNvPr>
          <p:cNvSpPr>
            <a:spLocks noGrp="1"/>
          </p:cNvSpPr>
          <p:nvPr>
            <p:ph type="body" sz="quarter" idx="25"/>
          </p:nvPr>
        </p:nvSpPr>
        <p:spPr>
          <a:xfrm>
            <a:off x="1981200" y="3359150"/>
            <a:ext cx="3840480" cy="914400"/>
          </a:xfrm>
        </p:spPr>
        <p:txBody>
          <a:bodyPr/>
          <a:lstStyle>
            <a:lvl1pPr>
              <a:lnSpc>
                <a:spcPct val="100000"/>
              </a:lnSpc>
              <a:spcAft>
                <a:spcPts val="0"/>
              </a:spcAft>
              <a:defRPr sz="1200" b="0">
                <a:solidFill>
                  <a:srgbClr val="212121"/>
                </a:solidFill>
                <a:latin typeface="Inter Semi Bold" panose="02000703000000020004" pitchFamily="50" charset="0"/>
                <a:ea typeface="Inter Semi Bold" panose="02000703000000020004" pitchFamily="50" charset="0"/>
                <a:cs typeface="Inter Semi Bold" panose="02000703000000020004" pitchFamily="50" charset="0"/>
              </a:defRPr>
            </a:lvl1pPr>
            <a:lvl2pPr marL="0" indent="0">
              <a:spcAft>
                <a:spcPts val="0"/>
              </a:spcAft>
              <a:buNone/>
              <a:defRPr sz="1200">
                <a:solidFill>
                  <a:srgbClr val="212121"/>
                </a:solidFill>
              </a:defRPr>
            </a:lvl2pPr>
            <a:lvl3pPr marL="3175" indent="0">
              <a:spcAft>
                <a:spcPts val="0"/>
              </a:spcAft>
              <a:buNone/>
              <a:tabLst/>
              <a:defRPr sz="1200">
                <a:solidFill>
                  <a:srgbClr val="212121"/>
                </a:solidFill>
              </a:defRPr>
            </a:lvl3pPr>
            <a:lvl4pPr marL="109728" indent="-109728">
              <a:spcAft>
                <a:spcPts val="200"/>
              </a:spcAft>
              <a:buClr>
                <a:schemeClr val="bg2"/>
              </a:buClr>
              <a:buFont typeface="Arial"/>
              <a:buChar char="–"/>
              <a:tabLst/>
              <a:defRPr sz="1000">
                <a:solidFill>
                  <a:srgbClr val="21212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9" name="Text Placeholder 24">
            <a:extLst>
              <a:ext uri="{FF2B5EF4-FFF2-40B4-BE49-F238E27FC236}">
                <a16:creationId xmlns:a16="http://schemas.microsoft.com/office/drawing/2014/main" id="{27D82EA8-413C-D24C-A022-A5076609146A}"/>
              </a:ext>
            </a:extLst>
          </p:cNvPr>
          <p:cNvSpPr>
            <a:spLocks noGrp="1"/>
          </p:cNvSpPr>
          <p:nvPr>
            <p:ph type="body" sz="quarter" idx="26"/>
          </p:nvPr>
        </p:nvSpPr>
        <p:spPr>
          <a:xfrm>
            <a:off x="1981200" y="4343400"/>
            <a:ext cx="3840480" cy="914400"/>
          </a:xfrm>
        </p:spPr>
        <p:txBody>
          <a:bodyPr/>
          <a:lstStyle>
            <a:lvl1pPr>
              <a:lnSpc>
                <a:spcPct val="100000"/>
              </a:lnSpc>
              <a:spcAft>
                <a:spcPts val="0"/>
              </a:spcAft>
              <a:defRPr sz="1200" b="0">
                <a:solidFill>
                  <a:srgbClr val="212121"/>
                </a:solidFill>
                <a:latin typeface="Inter Semi Bold" panose="02000703000000020004" pitchFamily="50" charset="0"/>
                <a:ea typeface="Inter Semi Bold" panose="02000703000000020004" pitchFamily="50" charset="0"/>
                <a:cs typeface="Inter Semi Bold" panose="02000703000000020004" pitchFamily="50" charset="0"/>
              </a:defRPr>
            </a:lvl1pPr>
            <a:lvl2pPr marL="0" indent="0">
              <a:spcAft>
                <a:spcPts val="0"/>
              </a:spcAft>
              <a:buNone/>
              <a:defRPr sz="1200">
                <a:solidFill>
                  <a:srgbClr val="212121"/>
                </a:solidFill>
              </a:defRPr>
            </a:lvl2pPr>
            <a:lvl3pPr marL="3175" indent="0">
              <a:spcAft>
                <a:spcPts val="0"/>
              </a:spcAft>
              <a:buNone/>
              <a:tabLst/>
              <a:defRPr sz="1200">
                <a:solidFill>
                  <a:srgbClr val="212121"/>
                </a:solidFill>
              </a:defRPr>
            </a:lvl3pPr>
            <a:lvl4pPr marL="109728" indent="-109728">
              <a:spcAft>
                <a:spcPts val="200"/>
              </a:spcAft>
              <a:buClr>
                <a:schemeClr val="bg2"/>
              </a:buClr>
              <a:buFont typeface="Arial"/>
              <a:buChar char="–"/>
              <a:tabLst/>
              <a:defRPr sz="1000">
                <a:solidFill>
                  <a:srgbClr val="21212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0" name="Text Placeholder 24">
            <a:extLst>
              <a:ext uri="{FF2B5EF4-FFF2-40B4-BE49-F238E27FC236}">
                <a16:creationId xmlns:a16="http://schemas.microsoft.com/office/drawing/2014/main" id="{37E7239D-DEAC-7F4E-BAF6-9D7D97413F9A}"/>
              </a:ext>
            </a:extLst>
          </p:cNvPr>
          <p:cNvSpPr>
            <a:spLocks noGrp="1"/>
          </p:cNvSpPr>
          <p:nvPr>
            <p:ph type="body" sz="quarter" idx="27"/>
          </p:nvPr>
        </p:nvSpPr>
        <p:spPr>
          <a:xfrm>
            <a:off x="1981200" y="5318125"/>
            <a:ext cx="3840480" cy="892175"/>
          </a:xfrm>
        </p:spPr>
        <p:txBody>
          <a:bodyPr/>
          <a:lstStyle>
            <a:lvl1pPr>
              <a:lnSpc>
                <a:spcPct val="100000"/>
              </a:lnSpc>
              <a:spcAft>
                <a:spcPts val="0"/>
              </a:spcAft>
              <a:defRPr sz="1200" b="0">
                <a:solidFill>
                  <a:srgbClr val="212121"/>
                </a:solidFill>
                <a:latin typeface="Inter Semi Bold" panose="02000703000000020004" pitchFamily="50" charset="0"/>
                <a:ea typeface="Inter Semi Bold" panose="02000703000000020004" pitchFamily="50" charset="0"/>
                <a:cs typeface="Inter Semi Bold" panose="02000703000000020004" pitchFamily="50" charset="0"/>
              </a:defRPr>
            </a:lvl1pPr>
            <a:lvl2pPr marL="0" indent="0">
              <a:spcAft>
                <a:spcPts val="0"/>
              </a:spcAft>
              <a:buNone/>
              <a:defRPr sz="1200">
                <a:solidFill>
                  <a:srgbClr val="212121"/>
                </a:solidFill>
              </a:defRPr>
            </a:lvl2pPr>
            <a:lvl3pPr marL="3175" indent="0">
              <a:spcAft>
                <a:spcPts val="0"/>
              </a:spcAft>
              <a:buNone/>
              <a:tabLst/>
              <a:defRPr sz="1200">
                <a:solidFill>
                  <a:srgbClr val="212121"/>
                </a:solidFill>
              </a:defRPr>
            </a:lvl3pPr>
            <a:lvl4pPr marL="109728" indent="-109728">
              <a:spcAft>
                <a:spcPts val="200"/>
              </a:spcAft>
              <a:buClr>
                <a:schemeClr val="bg2"/>
              </a:buClr>
              <a:buFont typeface="Arial"/>
              <a:buChar char="–"/>
              <a:tabLst/>
              <a:defRPr sz="1000">
                <a:solidFill>
                  <a:srgbClr val="21212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1" name="Text Placeholder 24">
            <a:extLst>
              <a:ext uri="{FF2B5EF4-FFF2-40B4-BE49-F238E27FC236}">
                <a16:creationId xmlns:a16="http://schemas.microsoft.com/office/drawing/2014/main" id="{B11C7D85-DC2F-A745-ADB8-A7CA8256E3D0}"/>
              </a:ext>
            </a:extLst>
          </p:cNvPr>
          <p:cNvSpPr>
            <a:spLocks noGrp="1"/>
          </p:cNvSpPr>
          <p:nvPr>
            <p:ph type="body" sz="quarter" idx="28"/>
          </p:nvPr>
        </p:nvSpPr>
        <p:spPr>
          <a:xfrm>
            <a:off x="7658100" y="1403350"/>
            <a:ext cx="3840480" cy="914400"/>
          </a:xfrm>
        </p:spPr>
        <p:txBody>
          <a:bodyPr/>
          <a:lstStyle>
            <a:lvl1pPr>
              <a:lnSpc>
                <a:spcPct val="100000"/>
              </a:lnSpc>
              <a:spcAft>
                <a:spcPts val="0"/>
              </a:spcAft>
              <a:defRPr sz="1200" b="0">
                <a:solidFill>
                  <a:srgbClr val="212121"/>
                </a:solidFill>
                <a:latin typeface="Inter Semi Bold" panose="02000703000000020004" pitchFamily="50" charset="0"/>
                <a:ea typeface="Inter Semi Bold" panose="02000703000000020004" pitchFamily="50" charset="0"/>
                <a:cs typeface="Inter Semi Bold" panose="02000703000000020004" pitchFamily="50" charset="0"/>
              </a:defRPr>
            </a:lvl1pPr>
            <a:lvl2pPr marL="0" indent="0">
              <a:spcAft>
                <a:spcPts val="0"/>
              </a:spcAft>
              <a:buNone/>
              <a:defRPr sz="1200">
                <a:solidFill>
                  <a:srgbClr val="212121"/>
                </a:solidFill>
              </a:defRPr>
            </a:lvl2pPr>
            <a:lvl3pPr marL="3175" indent="0">
              <a:spcAft>
                <a:spcPts val="0"/>
              </a:spcAft>
              <a:buNone/>
              <a:tabLst/>
              <a:defRPr sz="1200">
                <a:solidFill>
                  <a:srgbClr val="212121"/>
                </a:solidFill>
              </a:defRPr>
            </a:lvl3pPr>
            <a:lvl4pPr marL="109728" indent="-109728">
              <a:spcAft>
                <a:spcPts val="200"/>
              </a:spcAft>
              <a:buClr>
                <a:schemeClr val="bg2"/>
              </a:buClr>
              <a:buFont typeface="Arial"/>
              <a:buChar char="–"/>
              <a:tabLst/>
              <a:defRPr sz="1000">
                <a:solidFill>
                  <a:srgbClr val="21212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2" name="Text Placeholder 24">
            <a:extLst>
              <a:ext uri="{FF2B5EF4-FFF2-40B4-BE49-F238E27FC236}">
                <a16:creationId xmlns:a16="http://schemas.microsoft.com/office/drawing/2014/main" id="{EB74C912-DD8C-AF45-9C63-8F7BBF3C01EA}"/>
              </a:ext>
            </a:extLst>
          </p:cNvPr>
          <p:cNvSpPr>
            <a:spLocks noGrp="1"/>
          </p:cNvSpPr>
          <p:nvPr>
            <p:ph type="body" sz="quarter" idx="29"/>
          </p:nvPr>
        </p:nvSpPr>
        <p:spPr>
          <a:xfrm>
            <a:off x="7658100" y="2378075"/>
            <a:ext cx="3840480" cy="914400"/>
          </a:xfrm>
        </p:spPr>
        <p:txBody>
          <a:bodyPr/>
          <a:lstStyle>
            <a:lvl1pPr>
              <a:lnSpc>
                <a:spcPct val="100000"/>
              </a:lnSpc>
              <a:spcAft>
                <a:spcPts val="0"/>
              </a:spcAft>
              <a:defRPr sz="1200" b="0">
                <a:solidFill>
                  <a:srgbClr val="212121"/>
                </a:solidFill>
                <a:latin typeface="Inter Semi Bold" panose="02000703000000020004" pitchFamily="50" charset="0"/>
                <a:ea typeface="Inter Semi Bold" panose="02000703000000020004" pitchFamily="50" charset="0"/>
                <a:cs typeface="Inter Semi Bold" panose="02000703000000020004" pitchFamily="50" charset="0"/>
              </a:defRPr>
            </a:lvl1pPr>
            <a:lvl2pPr marL="0" indent="0">
              <a:spcAft>
                <a:spcPts val="0"/>
              </a:spcAft>
              <a:buNone/>
              <a:defRPr sz="1200">
                <a:solidFill>
                  <a:srgbClr val="212121"/>
                </a:solidFill>
              </a:defRPr>
            </a:lvl2pPr>
            <a:lvl3pPr marL="3175" indent="0">
              <a:spcAft>
                <a:spcPts val="0"/>
              </a:spcAft>
              <a:buNone/>
              <a:tabLst/>
              <a:defRPr sz="1200">
                <a:solidFill>
                  <a:srgbClr val="212121"/>
                </a:solidFill>
              </a:defRPr>
            </a:lvl3pPr>
            <a:lvl4pPr marL="109728" indent="-109728">
              <a:spcAft>
                <a:spcPts val="200"/>
              </a:spcAft>
              <a:buClr>
                <a:schemeClr val="bg2"/>
              </a:buClr>
              <a:buFont typeface="Arial"/>
              <a:buChar char="–"/>
              <a:tabLst/>
              <a:defRPr sz="1000">
                <a:solidFill>
                  <a:srgbClr val="21212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3" name="Text Placeholder 24">
            <a:extLst>
              <a:ext uri="{FF2B5EF4-FFF2-40B4-BE49-F238E27FC236}">
                <a16:creationId xmlns:a16="http://schemas.microsoft.com/office/drawing/2014/main" id="{5E8DBD9B-A278-BC4A-920C-02E365359351}"/>
              </a:ext>
            </a:extLst>
          </p:cNvPr>
          <p:cNvSpPr>
            <a:spLocks noGrp="1"/>
          </p:cNvSpPr>
          <p:nvPr>
            <p:ph type="body" sz="quarter" idx="30"/>
          </p:nvPr>
        </p:nvSpPr>
        <p:spPr>
          <a:xfrm>
            <a:off x="7658100" y="3359150"/>
            <a:ext cx="3840480" cy="914400"/>
          </a:xfrm>
        </p:spPr>
        <p:txBody>
          <a:bodyPr/>
          <a:lstStyle>
            <a:lvl1pPr>
              <a:lnSpc>
                <a:spcPct val="100000"/>
              </a:lnSpc>
              <a:spcAft>
                <a:spcPts val="0"/>
              </a:spcAft>
              <a:defRPr sz="1200" b="0">
                <a:solidFill>
                  <a:srgbClr val="212121"/>
                </a:solidFill>
                <a:latin typeface="Inter Semi Bold" panose="02000703000000020004" pitchFamily="50" charset="0"/>
                <a:ea typeface="Inter Semi Bold" panose="02000703000000020004" pitchFamily="50" charset="0"/>
                <a:cs typeface="Inter Semi Bold" panose="02000703000000020004" pitchFamily="50" charset="0"/>
              </a:defRPr>
            </a:lvl1pPr>
            <a:lvl2pPr marL="0" indent="0">
              <a:spcAft>
                <a:spcPts val="0"/>
              </a:spcAft>
              <a:buNone/>
              <a:defRPr sz="1200">
                <a:solidFill>
                  <a:srgbClr val="212121"/>
                </a:solidFill>
              </a:defRPr>
            </a:lvl2pPr>
            <a:lvl3pPr marL="3175" indent="0">
              <a:spcAft>
                <a:spcPts val="0"/>
              </a:spcAft>
              <a:buNone/>
              <a:tabLst/>
              <a:defRPr sz="1200">
                <a:solidFill>
                  <a:srgbClr val="212121"/>
                </a:solidFill>
              </a:defRPr>
            </a:lvl3pPr>
            <a:lvl4pPr marL="109728" indent="-109728">
              <a:spcAft>
                <a:spcPts val="200"/>
              </a:spcAft>
              <a:buClr>
                <a:schemeClr val="bg2"/>
              </a:buClr>
              <a:buFont typeface="Arial"/>
              <a:buChar char="–"/>
              <a:tabLst/>
              <a:defRPr sz="1000">
                <a:solidFill>
                  <a:srgbClr val="21212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4" name="Text Placeholder 24">
            <a:extLst>
              <a:ext uri="{FF2B5EF4-FFF2-40B4-BE49-F238E27FC236}">
                <a16:creationId xmlns:a16="http://schemas.microsoft.com/office/drawing/2014/main" id="{FF9FB30C-3AED-7D45-A24D-38F4A99E19BA}"/>
              </a:ext>
            </a:extLst>
          </p:cNvPr>
          <p:cNvSpPr>
            <a:spLocks noGrp="1"/>
          </p:cNvSpPr>
          <p:nvPr>
            <p:ph type="body" sz="quarter" idx="31"/>
          </p:nvPr>
        </p:nvSpPr>
        <p:spPr>
          <a:xfrm>
            <a:off x="7658100" y="4343400"/>
            <a:ext cx="3840480" cy="914400"/>
          </a:xfrm>
        </p:spPr>
        <p:txBody>
          <a:bodyPr/>
          <a:lstStyle>
            <a:lvl1pPr>
              <a:lnSpc>
                <a:spcPct val="100000"/>
              </a:lnSpc>
              <a:spcAft>
                <a:spcPts val="0"/>
              </a:spcAft>
              <a:defRPr sz="1200" b="0">
                <a:solidFill>
                  <a:srgbClr val="212121"/>
                </a:solidFill>
                <a:latin typeface="Inter Semi Bold" panose="02000703000000020004" pitchFamily="50" charset="0"/>
                <a:ea typeface="Inter Semi Bold" panose="02000703000000020004" pitchFamily="50" charset="0"/>
                <a:cs typeface="Inter Semi Bold" panose="02000703000000020004" pitchFamily="50" charset="0"/>
              </a:defRPr>
            </a:lvl1pPr>
            <a:lvl2pPr marL="0" indent="0">
              <a:spcAft>
                <a:spcPts val="0"/>
              </a:spcAft>
              <a:buNone/>
              <a:defRPr sz="1200">
                <a:solidFill>
                  <a:srgbClr val="212121"/>
                </a:solidFill>
              </a:defRPr>
            </a:lvl2pPr>
            <a:lvl3pPr marL="3175" indent="0">
              <a:spcAft>
                <a:spcPts val="0"/>
              </a:spcAft>
              <a:buNone/>
              <a:tabLst/>
              <a:defRPr sz="1200">
                <a:solidFill>
                  <a:srgbClr val="212121"/>
                </a:solidFill>
              </a:defRPr>
            </a:lvl3pPr>
            <a:lvl4pPr marL="109728" indent="-109728">
              <a:spcAft>
                <a:spcPts val="200"/>
              </a:spcAft>
              <a:buClr>
                <a:schemeClr val="bg2"/>
              </a:buClr>
              <a:buFont typeface="Arial"/>
              <a:buChar char="–"/>
              <a:tabLst/>
              <a:defRPr sz="1000">
                <a:solidFill>
                  <a:srgbClr val="21212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5" name="Text Placeholder 24">
            <a:extLst>
              <a:ext uri="{FF2B5EF4-FFF2-40B4-BE49-F238E27FC236}">
                <a16:creationId xmlns:a16="http://schemas.microsoft.com/office/drawing/2014/main" id="{612DBE41-3DAD-064C-BC23-5C041B16A221}"/>
              </a:ext>
            </a:extLst>
          </p:cNvPr>
          <p:cNvSpPr>
            <a:spLocks noGrp="1"/>
          </p:cNvSpPr>
          <p:nvPr>
            <p:ph type="body" sz="quarter" idx="32"/>
          </p:nvPr>
        </p:nvSpPr>
        <p:spPr>
          <a:xfrm>
            <a:off x="7658100" y="5326751"/>
            <a:ext cx="3840480" cy="892175"/>
          </a:xfrm>
        </p:spPr>
        <p:txBody>
          <a:bodyPr/>
          <a:lstStyle>
            <a:lvl1pPr>
              <a:lnSpc>
                <a:spcPct val="100000"/>
              </a:lnSpc>
              <a:spcAft>
                <a:spcPts val="0"/>
              </a:spcAft>
              <a:defRPr sz="1200" b="0">
                <a:solidFill>
                  <a:srgbClr val="212121"/>
                </a:solidFill>
                <a:latin typeface="Inter Semi Bold" panose="02000703000000020004" pitchFamily="50" charset="0"/>
                <a:ea typeface="Inter Semi Bold" panose="02000703000000020004" pitchFamily="50" charset="0"/>
                <a:cs typeface="Inter Semi Bold" panose="02000703000000020004" pitchFamily="50" charset="0"/>
              </a:defRPr>
            </a:lvl1pPr>
            <a:lvl2pPr marL="0" indent="0">
              <a:spcAft>
                <a:spcPts val="0"/>
              </a:spcAft>
              <a:buNone/>
              <a:defRPr sz="1200">
                <a:solidFill>
                  <a:srgbClr val="212121"/>
                </a:solidFill>
              </a:defRPr>
            </a:lvl2pPr>
            <a:lvl3pPr marL="3175" indent="0">
              <a:spcAft>
                <a:spcPts val="0"/>
              </a:spcAft>
              <a:buNone/>
              <a:tabLst/>
              <a:defRPr sz="1200">
                <a:solidFill>
                  <a:srgbClr val="212121"/>
                </a:solidFill>
              </a:defRPr>
            </a:lvl3pPr>
            <a:lvl4pPr marL="109728" indent="-109728">
              <a:spcAft>
                <a:spcPts val="200"/>
              </a:spcAft>
              <a:buClr>
                <a:schemeClr val="bg2"/>
              </a:buClr>
              <a:buFont typeface="Arial"/>
              <a:buChar char="–"/>
              <a:tabLst/>
              <a:defRPr sz="1000">
                <a:solidFill>
                  <a:srgbClr val="21212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pic>
        <p:nvPicPr>
          <p:cNvPr id="3" name="Picture 2" descr="Text  Description automatically generated">
            <a:extLst>
              <a:ext uri="{FF2B5EF4-FFF2-40B4-BE49-F238E27FC236}">
                <a16:creationId xmlns:a16="http://schemas.microsoft.com/office/drawing/2014/main" id="{F3C8E8B6-15B9-92DE-0C5F-40F6A4CCD98A}"/>
              </a:ext>
            </a:extLst>
          </p:cNvPr>
          <p:cNvPicPr>
            <a:picLocks noChangeAspect="1"/>
          </p:cNvPicPr>
          <p:nvPr userDrawn="1"/>
        </p:nvPicPr>
        <p:blipFill>
          <a:blip r:embed="rId3"/>
          <a:stretch>
            <a:fillRect/>
          </a:stretch>
        </p:blipFill>
        <p:spPr>
          <a:xfrm>
            <a:off x="10309860" y="339154"/>
            <a:ext cx="1553486" cy="485273"/>
          </a:xfrm>
          <a:prstGeom prst="rect">
            <a:avLst/>
          </a:prstGeom>
        </p:spPr>
      </p:pic>
      <p:sp>
        <p:nvSpPr>
          <p:cNvPr id="4" name="Footer Placeholder 15">
            <a:extLst>
              <a:ext uri="{FF2B5EF4-FFF2-40B4-BE49-F238E27FC236}">
                <a16:creationId xmlns:a16="http://schemas.microsoft.com/office/drawing/2014/main" id="{6FDAC1D1-ACEA-9694-7D4B-F17EC05C01CB}"/>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spTree>
    <p:custDataLst>
      <p:tags r:id="rId1"/>
    </p:custDataLst>
    <p:extLst>
      <p:ext uri="{BB962C8B-B14F-4D97-AF65-F5344CB8AC3E}">
        <p14:creationId xmlns:p14="http://schemas.microsoft.com/office/powerpoint/2010/main" val="218410402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552">
          <p15:clr>
            <a:srgbClr val="FBAE40"/>
          </p15:clr>
        </p15:guide>
        <p15:guide id="2" pos="1248">
          <p15:clr>
            <a:srgbClr val="FBAE40"/>
          </p15:clr>
        </p15:guide>
        <p15:guide id="3" pos="4128">
          <p15:clr>
            <a:srgbClr val="FBAE40"/>
          </p15:clr>
        </p15:guide>
        <p15:guide id="4" pos="4824">
          <p15:clr>
            <a:srgbClr val="FBAE40"/>
          </p15:clr>
        </p15:guide>
        <p15:guide id="5" orient="horz" pos="884">
          <p15:clr>
            <a:srgbClr val="FBAE40"/>
          </p15:clr>
        </p15:guide>
        <p15:guide id="6" orient="horz" pos="1498">
          <p15:clr>
            <a:srgbClr val="FBAE40"/>
          </p15:clr>
        </p15:guide>
        <p15:guide id="7" orient="horz" pos="2112" userDrawn="1">
          <p15:clr>
            <a:srgbClr val="FBAE40"/>
          </p15:clr>
        </p15:guide>
        <p15:guide id="8" orient="horz" pos="2736">
          <p15:clr>
            <a:srgbClr val="FBAE40"/>
          </p15:clr>
        </p15:guide>
        <p15:guide id="9" orient="horz" pos="3350">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eam — Presenter Photos">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p>
            <a:fld id="{7A7A97EF-C944-4447-B862-B593E9B4A0FF}" type="slidenum">
              <a:r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p:txBody>
          <a:bodyPr/>
          <a:lstStyle>
            <a:lvl1pPr>
              <a:defRPr>
                <a:solidFill>
                  <a:schemeClr val="tx1"/>
                </a:solidFill>
              </a:defRPr>
            </a:lvl1pPr>
          </a:lstStyle>
          <a:p>
            <a:r>
              <a:rPr lang="en-US"/>
              <a:t>Click to edit Master title style</a:t>
            </a:r>
            <a:endParaRPr lang="en-US" dirty="0"/>
          </a:p>
        </p:txBody>
      </p:sp>
      <p:sp>
        <p:nvSpPr>
          <p:cNvPr id="24" name="Picture Placeholder 13">
            <a:extLst>
              <a:ext uri="{FF2B5EF4-FFF2-40B4-BE49-F238E27FC236}">
                <a16:creationId xmlns:a16="http://schemas.microsoft.com/office/drawing/2014/main" id="{03A9CFF3-144D-F242-AB37-45B8D1EA02D3}"/>
              </a:ext>
            </a:extLst>
          </p:cNvPr>
          <p:cNvSpPr>
            <a:spLocks noGrp="1"/>
          </p:cNvSpPr>
          <p:nvPr>
            <p:ph type="pic" sz="quarter" idx="29"/>
          </p:nvPr>
        </p:nvSpPr>
        <p:spPr>
          <a:xfrm>
            <a:off x="8001000" y="3838584"/>
            <a:ext cx="1138238" cy="1463040"/>
          </a:xfrm>
          <a:solidFill>
            <a:schemeClr val="accent3"/>
          </a:solidFill>
        </p:spPr>
        <p:txBody>
          <a:bodyPr/>
          <a:lstStyle>
            <a:lvl1pPr>
              <a:defRPr sz="1400">
                <a:solidFill>
                  <a:schemeClr val="tx2"/>
                </a:solidFill>
              </a:defRPr>
            </a:lvl1pPr>
          </a:lstStyle>
          <a:p>
            <a:r>
              <a:rPr lang="en-US"/>
              <a:t>Click icon to add picture</a:t>
            </a:r>
            <a:endParaRPr lang="en-US" dirty="0"/>
          </a:p>
        </p:txBody>
      </p:sp>
      <p:sp>
        <p:nvSpPr>
          <p:cNvPr id="22" name="Picture Placeholder 13">
            <a:extLst>
              <a:ext uri="{FF2B5EF4-FFF2-40B4-BE49-F238E27FC236}">
                <a16:creationId xmlns:a16="http://schemas.microsoft.com/office/drawing/2014/main" id="{D30E5EF1-DEED-0E4E-842C-164ECBEB862E}"/>
              </a:ext>
            </a:extLst>
          </p:cNvPr>
          <p:cNvSpPr>
            <a:spLocks noGrp="1"/>
          </p:cNvSpPr>
          <p:nvPr>
            <p:ph type="pic" sz="quarter" idx="27"/>
          </p:nvPr>
        </p:nvSpPr>
        <p:spPr>
          <a:xfrm>
            <a:off x="4206875" y="3838584"/>
            <a:ext cx="1138238" cy="1463040"/>
          </a:xfrm>
          <a:solidFill>
            <a:schemeClr val="accent3"/>
          </a:solidFill>
        </p:spPr>
        <p:txBody>
          <a:bodyPr/>
          <a:lstStyle>
            <a:lvl1pPr>
              <a:defRPr sz="1400">
                <a:solidFill>
                  <a:schemeClr val="tx2"/>
                </a:solidFill>
              </a:defRPr>
            </a:lvl1pPr>
          </a:lstStyle>
          <a:p>
            <a:r>
              <a:rPr lang="en-US"/>
              <a:t>Click icon to add picture</a:t>
            </a:r>
            <a:endParaRPr lang="en-US" dirty="0"/>
          </a:p>
        </p:txBody>
      </p:sp>
      <p:sp>
        <p:nvSpPr>
          <p:cNvPr id="20" name="Picture Placeholder 13">
            <a:extLst>
              <a:ext uri="{FF2B5EF4-FFF2-40B4-BE49-F238E27FC236}">
                <a16:creationId xmlns:a16="http://schemas.microsoft.com/office/drawing/2014/main" id="{35166569-9518-9B41-8B53-AA608D40024E}"/>
              </a:ext>
            </a:extLst>
          </p:cNvPr>
          <p:cNvSpPr>
            <a:spLocks noGrp="1"/>
          </p:cNvSpPr>
          <p:nvPr>
            <p:ph type="pic" sz="quarter" idx="25"/>
          </p:nvPr>
        </p:nvSpPr>
        <p:spPr>
          <a:xfrm>
            <a:off x="419100" y="3838584"/>
            <a:ext cx="1138238" cy="1463040"/>
          </a:xfrm>
          <a:solidFill>
            <a:schemeClr val="accent3"/>
          </a:solidFill>
        </p:spPr>
        <p:txBody>
          <a:bodyPr/>
          <a:lstStyle>
            <a:lvl1pPr>
              <a:defRPr sz="1400">
                <a:solidFill>
                  <a:schemeClr val="tx2"/>
                </a:solidFill>
              </a:defRPr>
            </a:lvl1pPr>
          </a:lstStyle>
          <a:p>
            <a:r>
              <a:rPr lang="en-US"/>
              <a:t>Click icon to add picture</a:t>
            </a:r>
            <a:endParaRPr lang="en-US" dirty="0"/>
          </a:p>
        </p:txBody>
      </p:sp>
      <p:sp>
        <p:nvSpPr>
          <p:cNvPr id="18" name="Picture Placeholder 13">
            <a:extLst>
              <a:ext uri="{FF2B5EF4-FFF2-40B4-BE49-F238E27FC236}">
                <a16:creationId xmlns:a16="http://schemas.microsoft.com/office/drawing/2014/main" id="{E7959487-FA6F-9442-8793-172CFAE0C4DD}"/>
              </a:ext>
            </a:extLst>
          </p:cNvPr>
          <p:cNvSpPr>
            <a:spLocks noGrp="1"/>
          </p:cNvSpPr>
          <p:nvPr>
            <p:ph type="pic" sz="quarter" idx="23"/>
          </p:nvPr>
        </p:nvSpPr>
        <p:spPr>
          <a:xfrm>
            <a:off x="8001000" y="1403350"/>
            <a:ext cx="1138238" cy="1463040"/>
          </a:xfrm>
          <a:solidFill>
            <a:schemeClr val="accent3"/>
          </a:solidFill>
        </p:spPr>
        <p:txBody>
          <a:bodyPr/>
          <a:lstStyle>
            <a:lvl1pPr>
              <a:defRPr sz="1400">
                <a:solidFill>
                  <a:schemeClr val="tx2"/>
                </a:solidFill>
              </a:defRPr>
            </a:lvl1pPr>
          </a:lstStyle>
          <a:p>
            <a:r>
              <a:rPr lang="en-US"/>
              <a:t>Click icon to add picture</a:t>
            </a:r>
            <a:endParaRPr lang="en-US" dirty="0"/>
          </a:p>
        </p:txBody>
      </p:sp>
      <p:sp>
        <p:nvSpPr>
          <p:cNvPr id="16" name="Picture Placeholder 13">
            <a:extLst>
              <a:ext uri="{FF2B5EF4-FFF2-40B4-BE49-F238E27FC236}">
                <a16:creationId xmlns:a16="http://schemas.microsoft.com/office/drawing/2014/main" id="{22F3E836-EB9D-0A44-8CBF-55C02225AF98}"/>
              </a:ext>
            </a:extLst>
          </p:cNvPr>
          <p:cNvSpPr>
            <a:spLocks noGrp="1"/>
          </p:cNvSpPr>
          <p:nvPr>
            <p:ph type="pic" sz="quarter" idx="21"/>
          </p:nvPr>
        </p:nvSpPr>
        <p:spPr>
          <a:xfrm>
            <a:off x="4206875" y="1403350"/>
            <a:ext cx="1138238" cy="1463040"/>
          </a:xfrm>
          <a:solidFill>
            <a:schemeClr val="accent3"/>
          </a:solidFill>
        </p:spPr>
        <p:txBody>
          <a:bodyPr/>
          <a:lstStyle>
            <a:lvl1pPr>
              <a:defRPr sz="1400">
                <a:solidFill>
                  <a:schemeClr val="tx2"/>
                </a:solidFill>
              </a:defRPr>
            </a:lvl1pPr>
          </a:lstStyle>
          <a:p>
            <a:r>
              <a:rPr lang="en-US"/>
              <a:t>Click icon to add picture</a:t>
            </a:r>
            <a:endParaRPr lang="en-US" dirty="0"/>
          </a:p>
        </p:txBody>
      </p:sp>
      <p:sp>
        <p:nvSpPr>
          <p:cNvPr id="14" name="Picture Placeholder 13">
            <a:extLst>
              <a:ext uri="{FF2B5EF4-FFF2-40B4-BE49-F238E27FC236}">
                <a16:creationId xmlns:a16="http://schemas.microsoft.com/office/drawing/2014/main" id="{C88ED419-5FB1-1040-9DD4-AB69170FDA91}"/>
              </a:ext>
            </a:extLst>
          </p:cNvPr>
          <p:cNvSpPr>
            <a:spLocks noGrp="1"/>
          </p:cNvSpPr>
          <p:nvPr>
            <p:ph type="pic" sz="quarter" idx="19"/>
          </p:nvPr>
        </p:nvSpPr>
        <p:spPr>
          <a:xfrm>
            <a:off x="419100" y="1403350"/>
            <a:ext cx="1138238" cy="1463040"/>
          </a:xfrm>
          <a:solidFill>
            <a:schemeClr val="accent3"/>
          </a:solidFill>
        </p:spPr>
        <p:txBody>
          <a:bodyPr/>
          <a:lstStyle>
            <a:lvl1pPr>
              <a:defRPr sz="1400">
                <a:solidFill>
                  <a:schemeClr val="tx2"/>
                </a:solidFill>
              </a:defRPr>
            </a:lvl1pPr>
          </a:lstStyle>
          <a:p>
            <a:r>
              <a:rPr lang="en-US"/>
              <a:t>Click icon to add picture</a:t>
            </a:r>
            <a:endParaRPr lang="en-US" dirty="0"/>
          </a:p>
        </p:txBody>
      </p:sp>
      <p:sp>
        <p:nvSpPr>
          <p:cNvPr id="12" name="Text Placeholder 11">
            <a:extLst>
              <a:ext uri="{FF2B5EF4-FFF2-40B4-BE49-F238E27FC236}">
                <a16:creationId xmlns:a16="http://schemas.microsoft.com/office/drawing/2014/main" id="{57559BAC-92F4-B744-9836-450C4A90B309}"/>
              </a:ext>
            </a:extLst>
          </p:cNvPr>
          <p:cNvSpPr>
            <a:spLocks noGrp="1"/>
          </p:cNvSpPr>
          <p:nvPr>
            <p:ph type="body" sz="quarter" idx="1" hasCustomPrompt="1"/>
          </p:nvPr>
        </p:nvSpPr>
        <p:spPr>
          <a:xfrm>
            <a:off x="1714500" y="1403350"/>
            <a:ext cx="2194560" cy="1955800"/>
          </a:xfrm>
        </p:spPr>
        <p:txBody>
          <a:bodyPr/>
          <a:lstStyle>
            <a:lvl1pPr>
              <a:spcAft>
                <a:spcPts val="200"/>
              </a:spcAft>
              <a:defRPr sz="1400" b="0">
                <a:solidFill>
                  <a:srgbClr val="212121"/>
                </a:solidFill>
                <a:latin typeface="Inter Semi Bold" panose="02000703000000020004" pitchFamily="50" charset="0"/>
                <a:ea typeface="Inter Semi Bold" panose="02000703000000020004" pitchFamily="50" charset="0"/>
                <a:cs typeface="Inter Semi Bold" panose="02000703000000020004" pitchFamily="50" charset="0"/>
              </a:defRPr>
            </a:lvl1pPr>
            <a:lvl2pPr marL="0" indent="0">
              <a:buNone/>
              <a:defRPr sz="1400" i="1">
                <a:solidFill>
                  <a:srgbClr val="212121"/>
                </a:solidFill>
              </a:defRPr>
            </a:lvl2pPr>
            <a:lvl3pPr marL="12700" indent="0">
              <a:buNone/>
              <a:tabLst/>
              <a:defRPr sz="1400">
                <a:solidFill>
                  <a:srgbClr val="212121"/>
                </a:solidFill>
              </a:defRPr>
            </a:lvl3pPr>
            <a:lvl4pPr>
              <a:defRPr sz="1400"/>
            </a:lvl4pPr>
            <a:lvl5pPr>
              <a:defRPr sz="1400"/>
            </a:lvl5pPr>
          </a:lstStyle>
          <a:p>
            <a:r>
              <a:t>Photo + name + role per person. Role &lt;= 6 words.</a:t>
            </a:r>
          </a:p>
        </p:txBody>
      </p:sp>
      <p:sp>
        <p:nvSpPr>
          <p:cNvPr id="15" name="Text Placeholder 11">
            <a:extLst>
              <a:ext uri="{FF2B5EF4-FFF2-40B4-BE49-F238E27FC236}">
                <a16:creationId xmlns:a16="http://schemas.microsoft.com/office/drawing/2014/main" id="{34D8682B-ACC9-614A-8FC5-30E2225A0263}"/>
              </a:ext>
            </a:extLst>
          </p:cNvPr>
          <p:cNvSpPr>
            <a:spLocks noGrp="1"/>
          </p:cNvSpPr>
          <p:nvPr>
            <p:ph type="body" sz="quarter" idx="2"/>
          </p:nvPr>
        </p:nvSpPr>
        <p:spPr>
          <a:xfrm>
            <a:off x="5500689" y="1403350"/>
            <a:ext cx="2194560" cy="1955800"/>
          </a:xfrm>
        </p:spPr>
        <p:txBody>
          <a:bodyPr/>
          <a:lstStyle>
            <a:lvl1pPr>
              <a:spcAft>
                <a:spcPts val="200"/>
              </a:spcAft>
              <a:defRPr sz="1400" b="0">
                <a:solidFill>
                  <a:srgbClr val="212121"/>
                </a:solidFill>
                <a:latin typeface="Inter Semi Bold" panose="02000703000000020004" pitchFamily="50" charset="0"/>
                <a:ea typeface="Inter Semi Bold" panose="02000703000000020004" pitchFamily="50" charset="0"/>
                <a:cs typeface="Inter Semi Bold" panose="02000703000000020004" pitchFamily="50" charset="0"/>
              </a:defRPr>
            </a:lvl1pPr>
            <a:lvl2pPr marL="0" indent="0">
              <a:buNone/>
              <a:defRPr sz="1400" i="1">
                <a:solidFill>
                  <a:srgbClr val="212121"/>
                </a:solidFill>
              </a:defRPr>
            </a:lvl2pPr>
            <a:lvl3pPr marL="12700" indent="0">
              <a:buNone/>
              <a:tabLst/>
              <a:defRPr sz="1400">
                <a:solidFill>
                  <a:srgbClr val="212121"/>
                </a:solidFill>
              </a:defRPr>
            </a:lvl3pPr>
            <a:lvl4pPr>
              <a:defRPr sz="1400"/>
            </a:lvl4pPr>
            <a:lvl5pPr>
              <a:defRPr sz="1400"/>
            </a:lvl5pPr>
          </a:lstStyle>
          <a:p>
            <a:pPr lvl="0"/>
            <a:r>
              <a:rPr lang="en-US"/>
              <a:t>Click to edit Master text styles</a:t>
            </a:r>
          </a:p>
          <a:p>
            <a:pPr lvl="1"/>
            <a:r>
              <a:rPr lang="en-US"/>
              <a:t>Second level</a:t>
            </a:r>
          </a:p>
          <a:p>
            <a:pPr lvl="2"/>
            <a:r>
              <a:rPr lang="en-US"/>
              <a:t>Third level</a:t>
            </a:r>
          </a:p>
        </p:txBody>
      </p:sp>
      <p:sp>
        <p:nvSpPr>
          <p:cNvPr id="17" name="Text Placeholder 11">
            <a:extLst>
              <a:ext uri="{FF2B5EF4-FFF2-40B4-BE49-F238E27FC236}">
                <a16:creationId xmlns:a16="http://schemas.microsoft.com/office/drawing/2014/main" id="{A9DF087C-13B0-8044-B147-F99E711E3B8D}"/>
              </a:ext>
            </a:extLst>
          </p:cNvPr>
          <p:cNvSpPr>
            <a:spLocks noGrp="1"/>
          </p:cNvSpPr>
          <p:nvPr>
            <p:ph type="body" sz="quarter" idx="3"/>
          </p:nvPr>
        </p:nvSpPr>
        <p:spPr>
          <a:xfrm>
            <a:off x="9296400" y="1403350"/>
            <a:ext cx="2194560" cy="1955800"/>
          </a:xfrm>
        </p:spPr>
        <p:txBody>
          <a:bodyPr/>
          <a:lstStyle>
            <a:lvl1pPr>
              <a:spcAft>
                <a:spcPts val="200"/>
              </a:spcAft>
              <a:defRPr sz="1400" b="0">
                <a:solidFill>
                  <a:srgbClr val="212121"/>
                </a:solidFill>
                <a:latin typeface="Inter Semi Bold" panose="02000703000000020004" pitchFamily="50" charset="0"/>
                <a:ea typeface="Inter Semi Bold" panose="02000703000000020004" pitchFamily="50" charset="0"/>
                <a:cs typeface="Inter Semi Bold" panose="02000703000000020004" pitchFamily="50" charset="0"/>
              </a:defRPr>
            </a:lvl1pPr>
            <a:lvl2pPr marL="0" indent="0">
              <a:buNone/>
              <a:defRPr sz="1400" i="1">
                <a:solidFill>
                  <a:srgbClr val="212121"/>
                </a:solidFill>
              </a:defRPr>
            </a:lvl2pPr>
            <a:lvl3pPr marL="12700" indent="0">
              <a:buNone/>
              <a:tabLst/>
              <a:defRPr sz="1400">
                <a:solidFill>
                  <a:srgbClr val="212121"/>
                </a:solidFill>
              </a:defRPr>
            </a:lvl3pPr>
            <a:lvl4pPr>
              <a:defRPr sz="1400"/>
            </a:lvl4pPr>
            <a:lvl5pPr>
              <a:defRPr sz="1400"/>
            </a:lvl5pPr>
          </a:lstStyle>
          <a:p>
            <a:pPr lvl="0"/>
            <a:r>
              <a:rPr lang="en-US"/>
              <a:t>Click to edit Master text styles</a:t>
            </a:r>
          </a:p>
          <a:p>
            <a:pPr lvl="1"/>
            <a:r>
              <a:rPr lang="en-US"/>
              <a:t>Second level</a:t>
            </a:r>
          </a:p>
          <a:p>
            <a:pPr lvl="2"/>
            <a:r>
              <a:rPr lang="en-US"/>
              <a:t>Third level</a:t>
            </a:r>
          </a:p>
        </p:txBody>
      </p:sp>
      <p:sp>
        <p:nvSpPr>
          <p:cNvPr id="19" name="Text Placeholder 11">
            <a:extLst>
              <a:ext uri="{FF2B5EF4-FFF2-40B4-BE49-F238E27FC236}">
                <a16:creationId xmlns:a16="http://schemas.microsoft.com/office/drawing/2014/main" id="{B68F9AA8-58C0-BD45-A206-0D15796A4D36}"/>
              </a:ext>
            </a:extLst>
          </p:cNvPr>
          <p:cNvSpPr>
            <a:spLocks noGrp="1"/>
          </p:cNvSpPr>
          <p:nvPr>
            <p:ph type="body" sz="quarter" idx="4"/>
          </p:nvPr>
        </p:nvSpPr>
        <p:spPr>
          <a:xfrm>
            <a:off x="1714500" y="3838584"/>
            <a:ext cx="2194560" cy="1955800"/>
          </a:xfrm>
        </p:spPr>
        <p:txBody>
          <a:bodyPr/>
          <a:lstStyle>
            <a:lvl1pPr>
              <a:spcAft>
                <a:spcPts val="200"/>
              </a:spcAft>
              <a:defRPr sz="1400" b="0">
                <a:solidFill>
                  <a:srgbClr val="212121"/>
                </a:solidFill>
                <a:latin typeface="Inter Semi Bold" panose="02000703000000020004" pitchFamily="50" charset="0"/>
                <a:ea typeface="Inter Semi Bold" panose="02000703000000020004" pitchFamily="50" charset="0"/>
                <a:cs typeface="Inter Semi Bold" panose="02000703000000020004" pitchFamily="50" charset="0"/>
              </a:defRPr>
            </a:lvl1pPr>
            <a:lvl2pPr marL="0" indent="0">
              <a:buNone/>
              <a:defRPr sz="1400" i="1">
                <a:solidFill>
                  <a:srgbClr val="212121"/>
                </a:solidFill>
              </a:defRPr>
            </a:lvl2pPr>
            <a:lvl3pPr marL="12700" indent="0">
              <a:buNone/>
              <a:tabLst/>
              <a:defRPr sz="1400">
                <a:solidFill>
                  <a:srgbClr val="212121"/>
                </a:solidFill>
              </a:defRPr>
            </a:lvl3pPr>
            <a:lvl4pPr>
              <a:defRPr sz="1400"/>
            </a:lvl4pPr>
            <a:lvl5pPr>
              <a:defRPr sz="1400"/>
            </a:lvl5pPr>
          </a:lstStyle>
          <a:p>
            <a:pPr lvl="0"/>
            <a:r>
              <a:rPr lang="en-US"/>
              <a:t>Click to edit Master text styles</a:t>
            </a:r>
          </a:p>
          <a:p>
            <a:pPr lvl="1"/>
            <a:r>
              <a:rPr lang="en-US"/>
              <a:t>Second level</a:t>
            </a:r>
          </a:p>
          <a:p>
            <a:pPr lvl="2"/>
            <a:r>
              <a:rPr lang="en-US"/>
              <a:t>Third level</a:t>
            </a:r>
          </a:p>
        </p:txBody>
      </p:sp>
      <p:sp>
        <p:nvSpPr>
          <p:cNvPr id="21" name="Text Placeholder 11">
            <a:extLst>
              <a:ext uri="{FF2B5EF4-FFF2-40B4-BE49-F238E27FC236}">
                <a16:creationId xmlns:a16="http://schemas.microsoft.com/office/drawing/2014/main" id="{5655B9A0-5BD5-4B4C-87A7-8A7BC98C3663}"/>
              </a:ext>
            </a:extLst>
          </p:cNvPr>
          <p:cNvSpPr>
            <a:spLocks noGrp="1"/>
          </p:cNvSpPr>
          <p:nvPr>
            <p:ph type="body" sz="quarter" idx="5"/>
          </p:nvPr>
        </p:nvSpPr>
        <p:spPr>
          <a:xfrm>
            <a:off x="5500689" y="3838584"/>
            <a:ext cx="2194560" cy="1955800"/>
          </a:xfrm>
        </p:spPr>
        <p:txBody>
          <a:bodyPr/>
          <a:lstStyle>
            <a:lvl1pPr>
              <a:spcAft>
                <a:spcPts val="200"/>
              </a:spcAft>
              <a:defRPr sz="1400" b="0">
                <a:solidFill>
                  <a:srgbClr val="212121"/>
                </a:solidFill>
                <a:latin typeface="Inter Semi Bold" panose="02000703000000020004" pitchFamily="50" charset="0"/>
                <a:ea typeface="Inter Semi Bold" panose="02000703000000020004" pitchFamily="50" charset="0"/>
                <a:cs typeface="Inter Semi Bold" panose="02000703000000020004" pitchFamily="50" charset="0"/>
              </a:defRPr>
            </a:lvl1pPr>
            <a:lvl2pPr marL="0" indent="0">
              <a:buNone/>
              <a:defRPr sz="1400" i="1">
                <a:solidFill>
                  <a:srgbClr val="212121"/>
                </a:solidFill>
              </a:defRPr>
            </a:lvl2pPr>
            <a:lvl3pPr marL="12700" indent="0">
              <a:buNone/>
              <a:tabLst/>
              <a:defRPr sz="1400">
                <a:solidFill>
                  <a:srgbClr val="212121"/>
                </a:solidFill>
              </a:defRPr>
            </a:lvl3pPr>
            <a:lvl4pPr>
              <a:defRPr sz="1400"/>
            </a:lvl4pPr>
            <a:lvl5pPr>
              <a:defRPr sz="1400"/>
            </a:lvl5pPr>
          </a:lstStyle>
          <a:p>
            <a:pPr lvl="0"/>
            <a:r>
              <a:rPr lang="en-US"/>
              <a:t>Click to edit Master text styles</a:t>
            </a:r>
          </a:p>
          <a:p>
            <a:pPr lvl="1"/>
            <a:r>
              <a:rPr lang="en-US"/>
              <a:t>Second level</a:t>
            </a:r>
          </a:p>
          <a:p>
            <a:pPr lvl="2"/>
            <a:r>
              <a:rPr lang="en-US"/>
              <a:t>Third level</a:t>
            </a:r>
          </a:p>
        </p:txBody>
      </p:sp>
      <p:sp>
        <p:nvSpPr>
          <p:cNvPr id="23" name="Text Placeholder 11">
            <a:extLst>
              <a:ext uri="{FF2B5EF4-FFF2-40B4-BE49-F238E27FC236}">
                <a16:creationId xmlns:a16="http://schemas.microsoft.com/office/drawing/2014/main" id="{F2FB16EA-50E6-7147-BF52-0D186E431275}"/>
              </a:ext>
            </a:extLst>
          </p:cNvPr>
          <p:cNvSpPr>
            <a:spLocks noGrp="1"/>
          </p:cNvSpPr>
          <p:nvPr>
            <p:ph type="body" sz="quarter" idx="6"/>
          </p:nvPr>
        </p:nvSpPr>
        <p:spPr>
          <a:xfrm>
            <a:off x="9296400" y="3838584"/>
            <a:ext cx="2194560" cy="1955800"/>
          </a:xfrm>
        </p:spPr>
        <p:txBody>
          <a:bodyPr/>
          <a:lstStyle>
            <a:lvl1pPr>
              <a:spcAft>
                <a:spcPts val="200"/>
              </a:spcAft>
              <a:defRPr sz="1400" b="0">
                <a:solidFill>
                  <a:srgbClr val="212121"/>
                </a:solidFill>
                <a:latin typeface="Inter Semi Bold" panose="02000703000000020004" pitchFamily="50" charset="0"/>
                <a:ea typeface="Inter Semi Bold" panose="02000703000000020004" pitchFamily="50" charset="0"/>
                <a:cs typeface="Inter Semi Bold" panose="02000703000000020004" pitchFamily="50" charset="0"/>
              </a:defRPr>
            </a:lvl1pPr>
            <a:lvl2pPr marL="0" indent="0">
              <a:buNone/>
              <a:defRPr sz="1400" i="1">
                <a:solidFill>
                  <a:srgbClr val="212121"/>
                </a:solidFill>
              </a:defRPr>
            </a:lvl2pPr>
            <a:lvl3pPr marL="12700" indent="0">
              <a:buNone/>
              <a:tabLst/>
              <a:defRPr sz="1400">
                <a:solidFill>
                  <a:srgbClr val="212121"/>
                </a:solidFill>
              </a:defRPr>
            </a:lvl3pPr>
            <a:lvl4pPr>
              <a:defRPr sz="1400"/>
            </a:lvl4pPr>
            <a:lvl5pPr>
              <a:defRPr sz="1400"/>
            </a:lvl5pPr>
          </a:lstStyle>
          <a:p>
            <a:pPr lvl="0"/>
            <a:r>
              <a:rPr lang="en-US"/>
              <a:t>Click to edit Master text styles</a:t>
            </a:r>
          </a:p>
          <a:p>
            <a:pPr lvl="1"/>
            <a:r>
              <a:rPr lang="en-US"/>
              <a:t>Second level</a:t>
            </a:r>
          </a:p>
          <a:p>
            <a:pPr lvl="2"/>
            <a:r>
              <a:rPr lang="en-US"/>
              <a:t>Third level</a:t>
            </a:r>
          </a:p>
        </p:txBody>
      </p:sp>
      <p:pic>
        <p:nvPicPr>
          <p:cNvPr id="3" name="Picture 2" descr="Text  Description automatically generated">
            <a:extLst>
              <a:ext uri="{FF2B5EF4-FFF2-40B4-BE49-F238E27FC236}">
                <a16:creationId xmlns:a16="http://schemas.microsoft.com/office/drawing/2014/main" id="{FFDD0E8E-1442-D1CD-FDD6-6F1C4CD12602}"/>
              </a:ext>
            </a:extLst>
          </p:cNvPr>
          <p:cNvPicPr>
            <a:picLocks noChangeAspect="1"/>
          </p:cNvPicPr>
          <p:nvPr userDrawn="1"/>
        </p:nvPicPr>
        <p:blipFill>
          <a:blip r:embed="rId3"/>
          <a:stretch>
            <a:fillRect/>
          </a:stretch>
        </p:blipFill>
        <p:spPr>
          <a:xfrm>
            <a:off x="10309860" y="339154"/>
            <a:ext cx="1553486" cy="485273"/>
          </a:xfrm>
          <a:prstGeom prst="rect">
            <a:avLst/>
          </a:prstGeom>
        </p:spPr>
      </p:pic>
      <p:sp>
        <p:nvSpPr>
          <p:cNvPr id="4" name="Footer Placeholder 15">
            <a:extLst>
              <a:ext uri="{FF2B5EF4-FFF2-40B4-BE49-F238E27FC236}">
                <a16:creationId xmlns:a16="http://schemas.microsoft.com/office/drawing/2014/main" id="{60957192-804A-76BF-781A-6D4D325C408B}"/>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spTree>
    <p:custDataLst>
      <p:tags r:id="rId1"/>
    </p:custDataLst>
    <p:extLst>
      <p:ext uri="{BB962C8B-B14F-4D97-AF65-F5344CB8AC3E}">
        <p14:creationId xmlns:p14="http://schemas.microsoft.com/office/powerpoint/2010/main" val="2367970595"/>
      </p:ext>
    </p:extLst>
  </p:cSld>
  <p:clrMapOvr>
    <a:masterClrMapping/>
  </p:clrMapOvr>
  <p:extLst>
    <p:ext uri="{DCECCB84-F9BA-43D5-87BE-67443E8EF086}">
      <p15:sldGuideLst xmlns:p15="http://schemas.microsoft.com/office/powerpoint/2012/main">
        <p15:guide id="1" pos="2650" userDrawn="1">
          <p15:clr>
            <a:srgbClr val="FBAE40"/>
          </p15:clr>
        </p15:guide>
        <p15:guide id="2" pos="5030" userDrawn="1">
          <p15:clr>
            <a:srgbClr val="FBAE40"/>
          </p15:clr>
        </p15:guide>
        <p15:guide id="3" orient="horz" pos="2400" userDrawn="1">
          <p15:clr>
            <a:srgbClr val="FBAE40"/>
          </p15:clr>
        </p15:guide>
        <p15:guide id="4" pos="1080" userDrawn="1">
          <p15:clr>
            <a:srgbClr val="FBAE40"/>
          </p15:clr>
        </p15:guide>
        <p15:guide id="5" pos="3465" userDrawn="1">
          <p15:clr>
            <a:srgbClr val="FBAE40"/>
          </p15:clr>
        </p15:guide>
        <p15:guide id="6" pos="5856" userDrawn="1">
          <p15:clr>
            <a:srgbClr val="FBAE40"/>
          </p15:clr>
        </p15:guide>
        <p15:guide id="7" orient="horz" pos="884"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Media — Picture Right">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2E5A1687-B173-3C4B-B080-DF7BBD030F6B}"/>
              </a:ext>
            </a:extLst>
          </p:cNvPr>
          <p:cNvSpPr>
            <a:spLocks noGrp="1"/>
          </p:cNvSpPr>
          <p:nvPr>
            <p:ph type="pic" sz="quarter" idx="13"/>
          </p:nvPr>
        </p:nvSpPr>
        <p:spPr>
          <a:xfrm>
            <a:off x="5814060" y="0"/>
            <a:ext cx="6377940" cy="6857999"/>
          </a:xfrm>
          <a:solidFill>
            <a:schemeClr val="accent3"/>
          </a:solidFill>
        </p:spPr>
        <p:txBody>
          <a:bodyPr/>
          <a:lstStyle>
            <a:lvl1pPr>
              <a:defRPr>
                <a:solidFill>
                  <a:schemeClr val="tx2"/>
                </a:solidFill>
              </a:defRPr>
            </a:lvl1pPr>
          </a:lstStyle>
          <a:p>
            <a:r>
              <a:rPr lang="en-US"/>
              <a:t>Click icon to add picture</a:t>
            </a:r>
            <a:endParaRPr lang="en-US" dirty="0"/>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p>
            <a:fld id="{7A7A97EF-C944-4447-B862-B593E9B4A0FF}" type="slidenum">
              <a:rPr/>
              <a:t>‹#›</a:t>
            </a:fld>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2400300"/>
            <a:ext cx="5155223" cy="3810000"/>
          </a:xfrm>
        </p:spPr>
        <p:txBody>
          <a:bodyPr/>
          <a:lstStyle>
            <a:lvl1pPr>
              <a:defRPr>
                <a:solidFill>
                  <a:srgbClr val="212121"/>
                </a:solidFill>
              </a:defRPr>
            </a:lvl1pPr>
            <a:lvl2pPr marL="174625" indent="-174625">
              <a:buClr>
                <a:schemeClr val="tx2"/>
              </a:buClr>
              <a:buFont typeface="Arial" panose="020B0604020202020204" pitchFamily="34" charset="0"/>
              <a:buChar char="•"/>
              <a:defRPr>
                <a:solidFill>
                  <a:srgbClr val="212121"/>
                </a:solidFill>
              </a:defRPr>
            </a:lvl2pPr>
            <a:lvl3pPr>
              <a:buClr>
                <a:schemeClr val="tx2"/>
              </a:buClr>
              <a:defRPr>
                <a:solidFill>
                  <a:srgbClr val="212121"/>
                </a:solidFill>
              </a:defRPr>
            </a:lvl3pPr>
            <a:lvl4pPr>
              <a:buClr>
                <a:schemeClr val="tx2"/>
              </a:buClr>
              <a:defRPr>
                <a:solidFill>
                  <a:srgbClr val="212121"/>
                </a:solidFill>
              </a:defRPr>
            </a:lvl4pPr>
            <a:lvl5pPr>
              <a:defRPr>
                <a:solidFill>
                  <a:srgbClr val="212121"/>
                </a:solidFill>
              </a:defRPr>
            </a:lvl5pPr>
          </a:lstStyle>
          <a:p>
            <a:r>
              <a:t>Text. Max 4 bullets. Let the image carry weight.</a:t>
            </a:r>
          </a:p>
        </p:txBody>
      </p:sp>
      <p:sp>
        <p:nvSpPr>
          <p:cNvPr id="4" name="Title 1">
            <a:extLst>
              <a:ext uri="{FF2B5EF4-FFF2-40B4-BE49-F238E27FC236}">
                <a16:creationId xmlns:a16="http://schemas.microsoft.com/office/drawing/2014/main" id="{294D2D73-EE0E-202C-17A0-7C9C2608BD70}"/>
              </a:ext>
            </a:extLst>
          </p:cNvPr>
          <p:cNvSpPr>
            <a:spLocks noGrp="1"/>
          </p:cNvSpPr>
          <p:nvPr>
            <p:ph type="title"/>
          </p:nvPr>
        </p:nvSpPr>
        <p:spPr>
          <a:xfrm>
            <a:off x="419100" y="419100"/>
            <a:ext cx="5155223" cy="1777561"/>
          </a:xfrm>
        </p:spPr>
        <p:txBody>
          <a:bodyPr/>
          <a:lstStyle>
            <a:lvl1pPr>
              <a:defRPr>
                <a:solidFill>
                  <a:schemeClr val="tx1"/>
                </a:solidFill>
              </a:defRPr>
            </a:lvl1pPr>
          </a:lstStyle>
          <a:p>
            <a:r>
              <a:rPr lang="en-US"/>
              <a:t>Click to edit Master title style</a:t>
            </a:r>
            <a:endParaRPr lang="en-US" dirty="0"/>
          </a:p>
        </p:txBody>
      </p:sp>
      <p:sp>
        <p:nvSpPr>
          <p:cNvPr id="2" name="Footer Placeholder 15">
            <a:extLst>
              <a:ext uri="{FF2B5EF4-FFF2-40B4-BE49-F238E27FC236}">
                <a16:creationId xmlns:a16="http://schemas.microsoft.com/office/drawing/2014/main" id="{D8F3FB77-B95C-94D8-83F6-5D2FFF473D28}"/>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spTree>
    <p:custDataLst>
      <p:tags r:id="rId1"/>
    </p:custDataLst>
    <p:extLst>
      <p:ext uri="{BB962C8B-B14F-4D97-AF65-F5344CB8AC3E}">
        <p14:creationId xmlns:p14="http://schemas.microsoft.com/office/powerpoint/2010/main" val="4284725704"/>
      </p:ext>
    </p:extLst>
  </p:cSld>
  <p:clrMapOvr>
    <a:masterClrMapping/>
  </p:clrMapOvr>
  <p:extLst>
    <p:ext uri="{DCECCB84-F9BA-43D5-87BE-67443E8EF086}">
      <p15:sldGuideLst xmlns:p15="http://schemas.microsoft.com/office/powerpoint/2012/main">
        <p15:guide id="2" orient="horz" pos="1512" userDrawn="1">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Media — Picture Left">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2E5A1687-B173-3C4B-B080-DF7BBD030F6B}"/>
              </a:ext>
            </a:extLst>
          </p:cNvPr>
          <p:cNvSpPr>
            <a:spLocks noGrp="1"/>
          </p:cNvSpPr>
          <p:nvPr>
            <p:ph type="pic" sz="quarter" idx="13"/>
          </p:nvPr>
        </p:nvSpPr>
        <p:spPr>
          <a:xfrm>
            <a:off x="0" y="0"/>
            <a:ext cx="5829301" cy="6857999"/>
          </a:xfrm>
          <a:solidFill>
            <a:schemeClr val="accent3"/>
          </a:solidFill>
        </p:spPr>
        <p:txBody>
          <a:bodyPr/>
          <a:lstStyle>
            <a:lvl1pPr>
              <a:defRPr>
                <a:solidFill>
                  <a:schemeClr val="tx2"/>
                </a:solidFill>
              </a:defRPr>
            </a:lvl1pPr>
          </a:lstStyle>
          <a:p>
            <a:r>
              <a:rPr lang="en-US"/>
              <a:t>Click icon to add picture</a:t>
            </a:r>
            <a:endParaRPr lang="en-US" dirty="0"/>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6362700" y="2400300"/>
            <a:ext cx="5410200" cy="3810000"/>
          </a:xfrm>
        </p:spPr>
        <p:txBody>
          <a:bodyPr/>
          <a:lstStyle>
            <a:lvl1pPr>
              <a:defRPr>
                <a:solidFill>
                  <a:srgbClr val="212121"/>
                </a:solidFill>
              </a:defRPr>
            </a:lvl1pPr>
            <a:lvl2pPr marL="174625" indent="-174625">
              <a:buClrTx/>
              <a:buFont typeface="Arial" panose="020B0604020202020204" pitchFamily="34" charset="0"/>
              <a:buChar char="•"/>
              <a:defRPr>
                <a:solidFill>
                  <a:srgbClr val="212121"/>
                </a:solidFill>
              </a:defRPr>
            </a:lvl2pPr>
            <a:lvl3pPr>
              <a:buClrTx/>
              <a:defRPr>
                <a:solidFill>
                  <a:srgbClr val="212121"/>
                </a:solidFill>
              </a:defRPr>
            </a:lvl3pPr>
            <a:lvl4pPr>
              <a:buClrTx/>
              <a:defRPr>
                <a:solidFill>
                  <a:srgbClr val="212121"/>
                </a:solidFill>
              </a:defRPr>
            </a:lvl4pPr>
            <a:lvl5pPr>
              <a:defRPr>
                <a:solidFill>
                  <a:srgbClr val="212121"/>
                </a:solidFill>
              </a:defRPr>
            </a:lvl5pPr>
          </a:lstStyle>
          <a:p>
            <a:r>
              <a:t>Text. Max 4 bullets. Let the image carry weight.</a:t>
            </a:r>
          </a:p>
        </p:txBody>
      </p:sp>
      <p:sp>
        <p:nvSpPr>
          <p:cNvPr id="4" name="Title 1">
            <a:extLst>
              <a:ext uri="{FF2B5EF4-FFF2-40B4-BE49-F238E27FC236}">
                <a16:creationId xmlns:a16="http://schemas.microsoft.com/office/drawing/2014/main" id="{4334DEC1-5B42-CB2D-AE33-3E247803673F}"/>
              </a:ext>
            </a:extLst>
          </p:cNvPr>
          <p:cNvSpPr>
            <a:spLocks noGrp="1"/>
          </p:cNvSpPr>
          <p:nvPr>
            <p:ph type="title"/>
          </p:nvPr>
        </p:nvSpPr>
        <p:spPr>
          <a:xfrm>
            <a:off x="6371897" y="419100"/>
            <a:ext cx="5410200" cy="1777561"/>
          </a:xfrm>
        </p:spPr>
        <p:txBody>
          <a:bodyPr/>
          <a:lstStyle>
            <a:lvl1pPr>
              <a:defRPr>
                <a:solidFill>
                  <a:schemeClr val="tx1"/>
                </a:solidFill>
              </a:defRPr>
            </a:lvl1pPr>
          </a:lstStyle>
          <a:p>
            <a:r>
              <a:rPr lang="en-US"/>
              <a:t>Click to edit Master title style</a:t>
            </a:r>
            <a:endParaRPr lang="en-US" dirty="0"/>
          </a:p>
        </p:txBody>
      </p:sp>
      <p:sp>
        <p:nvSpPr>
          <p:cNvPr id="7" name="Footer Placeholder 15">
            <a:extLst>
              <a:ext uri="{FF2B5EF4-FFF2-40B4-BE49-F238E27FC236}">
                <a16:creationId xmlns:a16="http://schemas.microsoft.com/office/drawing/2014/main" id="{6260D3A3-2C98-CDF2-9FCC-B98BC57928F6}"/>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spTree>
    <p:custDataLst>
      <p:tags r:id="rId1"/>
    </p:custDataLst>
    <p:extLst>
      <p:ext uri="{BB962C8B-B14F-4D97-AF65-F5344CB8AC3E}">
        <p14:creationId xmlns:p14="http://schemas.microsoft.com/office/powerpoint/2010/main" val="1667974532"/>
      </p:ext>
    </p:extLst>
  </p:cSld>
  <p:clrMapOvr>
    <a:masterClrMapping/>
  </p:clrMapOvr>
  <p:extLst>
    <p:ext uri="{DCECCB84-F9BA-43D5-87BE-67443E8EF086}">
      <p15:sldGuideLst xmlns:p15="http://schemas.microsoft.com/office/powerpoint/2012/main">
        <p15:guide id="2" pos="4008" userDrawn="1">
          <p15:clr>
            <a:srgbClr val="FBAE40"/>
          </p15:clr>
        </p15:guide>
        <p15:guide id="4" orient="horz" pos="1512" userDrawn="1">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Media — Picture Full Bleed">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ACBB3E71-68E9-0C42-A1F5-AAC39EAA6DE7}"/>
              </a:ext>
            </a:extLst>
          </p:cNvPr>
          <p:cNvSpPr>
            <a:spLocks noGrp="1"/>
          </p:cNvSpPr>
          <p:nvPr>
            <p:ph type="pic" sz="quarter" idx="13"/>
          </p:nvPr>
        </p:nvSpPr>
        <p:spPr>
          <a:xfrm>
            <a:off x="0" y="1403350"/>
            <a:ext cx="12192000" cy="5454650"/>
          </a:xfrm>
          <a:solidFill>
            <a:schemeClr val="accent3"/>
          </a:solidFill>
        </p:spPr>
        <p:txBody>
          <a:bodyPr/>
          <a:lstStyle>
            <a:lvl1pPr>
              <a:defRPr>
                <a:solidFill>
                  <a:schemeClr val="tx2"/>
                </a:solidFill>
              </a:defRPr>
            </a:lvl1pPr>
          </a:lstStyle>
          <a:p>
            <a:r>
              <a:rPr lang="en-US"/>
              <a:t>Click icon to add picture</a:t>
            </a:r>
            <a:endParaRPr lang="en-US" dirty="0"/>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chemeClr val="bg1"/>
                </a:solidFill>
              </a:defRPr>
            </a:lvl1pPr>
          </a:lstStyle>
          <a:p>
            <a:fld id="{7A7A97EF-C944-4447-B862-B593E9B4A0FF}" type="slidenum">
              <a:rPr lang="en-US" smtClean="0"/>
              <a:pPr/>
              <a:t>‹#›</a:t>
            </a:fld>
            <a:endParaRPr lang="en-US" dirty="0"/>
          </a:p>
        </p:txBody>
      </p:sp>
      <p:pic>
        <p:nvPicPr>
          <p:cNvPr id="3" name="Picture 2" descr="Text  Description automatically generated">
            <a:extLst>
              <a:ext uri="{FF2B5EF4-FFF2-40B4-BE49-F238E27FC236}">
                <a16:creationId xmlns:a16="http://schemas.microsoft.com/office/drawing/2014/main" id="{A54797B6-7C2A-BA00-35CD-550A44C0D1B7}"/>
              </a:ext>
            </a:extLst>
          </p:cNvPr>
          <p:cNvPicPr>
            <a:picLocks noChangeAspect="1"/>
          </p:cNvPicPr>
          <p:nvPr userDrawn="1"/>
        </p:nvPicPr>
        <p:blipFill>
          <a:blip r:embed="rId3"/>
          <a:stretch>
            <a:fillRect/>
          </a:stretch>
        </p:blipFill>
        <p:spPr>
          <a:xfrm>
            <a:off x="10309860" y="339154"/>
            <a:ext cx="1553486" cy="485273"/>
          </a:xfrm>
          <a:prstGeom prst="rect">
            <a:avLst/>
          </a:prstGeom>
        </p:spPr>
      </p:pic>
      <p:sp>
        <p:nvSpPr>
          <p:cNvPr id="4" name="Title 1">
            <a:extLst>
              <a:ext uri="{FF2B5EF4-FFF2-40B4-BE49-F238E27FC236}">
                <a16:creationId xmlns:a16="http://schemas.microsoft.com/office/drawing/2014/main" id="{226AA1CE-AC18-9C55-AAB8-CEA1D2493C62}"/>
              </a:ext>
            </a:extLst>
          </p:cNvPr>
          <p:cNvSpPr>
            <a:spLocks noGrp="1"/>
          </p:cNvSpPr>
          <p:nvPr>
            <p:ph type="title"/>
          </p:nvPr>
        </p:nvSpPr>
        <p:spPr>
          <a:xfrm>
            <a:off x="419100" y="419101"/>
            <a:ext cx="9596168" cy="457020"/>
          </a:xfrm>
        </p:spPr>
        <p:txBody>
          <a:bodyPr/>
          <a:lstStyle>
            <a:lvl1pPr>
              <a:defRPr>
                <a:solidFill>
                  <a:schemeClr val="tx1"/>
                </a:solidFill>
              </a:defRPr>
            </a:lvl1pPr>
          </a:lstStyle>
          <a:p>
            <a:r>
              <a:rPr lang="en-US"/>
              <a:t>Click to edit Master title style</a:t>
            </a:r>
            <a:endParaRPr lang="en-US" dirty="0"/>
          </a:p>
        </p:txBody>
      </p:sp>
      <p:sp>
        <p:nvSpPr>
          <p:cNvPr id="2" name="Footer Placeholder 15">
            <a:extLst>
              <a:ext uri="{FF2B5EF4-FFF2-40B4-BE49-F238E27FC236}">
                <a16:creationId xmlns:a16="http://schemas.microsoft.com/office/drawing/2014/main" id="{955F2CDD-730A-6F00-31A5-FBDCF0F3A057}"/>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spTree>
    <p:custDataLst>
      <p:tags r:id="rId1"/>
    </p:custDataLst>
    <p:extLst>
      <p:ext uri="{BB962C8B-B14F-4D97-AF65-F5344CB8AC3E}">
        <p14:creationId xmlns:p14="http://schemas.microsoft.com/office/powerpoint/2010/main" val="4093796265"/>
      </p:ext>
    </p:extLst>
  </p:cSld>
  <p:clrMapOvr>
    <a:masterClrMapping/>
  </p:clrMapOvr>
  <p:extLst>
    <p:ext uri="{DCECCB84-F9BA-43D5-87BE-67443E8EF086}">
      <p15:sldGuideLst xmlns:p15="http://schemas.microsoft.com/office/powerpoint/2012/main">
        <p15:guide id="1" orient="horz" pos="884" userDrawn="1">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type="obj" preserve="1">
  <p:cSld name="Compare — Side by Sid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37D6BA0-372E-9EFE-3877-BEEE0D21C7B3}"/>
              </a:ext>
            </a:extLst>
          </p:cNvPr>
          <p:cNvSpPr/>
          <p:nvPr userDrawn="1"/>
        </p:nvSpPr>
        <p:spPr>
          <a:xfrm>
            <a:off x="5676900" y="1402915"/>
            <a:ext cx="6515100" cy="545508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spcAft>
                <a:spcPts val="600"/>
              </a:spcAft>
            </a:pPr>
            <a:endParaRPr lang="en-US" dirty="0">
              <a:solidFill>
                <a:schemeClr val="tx1"/>
              </a:solidFill>
              <a:latin typeface="Inter" panose="02000503000000020004" pitchFamily="2" charset="0"/>
            </a:endParaRPr>
          </a:p>
        </p:txBody>
      </p:sp>
      <p:sp>
        <p:nvSpPr>
          <p:cNvPr id="4" name="Rectangle 3">
            <a:extLst>
              <a:ext uri="{FF2B5EF4-FFF2-40B4-BE49-F238E27FC236}">
                <a16:creationId xmlns:a16="http://schemas.microsoft.com/office/drawing/2014/main" id="{AE7B5E4C-27FE-36D0-B175-6C8108EB67C1}"/>
              </a:ext>
            </a:extLst>
          </p:cNvPr>
          <p:cNvSpPr/>
          <p:nvPr userDrawn="1"/>
        </p:nvSpPr>
        <p:spPr>
          <a:xfrm>
            <a:off x="0" y="1402915"/>
            <a:ext cx="5676900" cy="5455085"/>
          </a:xfrm>
          <a:prstGeom prst="rect">
            <a:avLst/>
          </a:prstGeom>
          <a:solidFill>
            <a:srgbClr val="005E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spcAft>
                <a:spcPts val="600"/>
              </a:spcAft>
            </a:pPr>
            <a:endParaRPr lang="en-US" dirty="0">
              <a:solidFill>
                <a:schemeClr val="tx1"/>
              </a:solidFill>
              <a:latin typeface="Inter" panose="02000503000000020004" pitchFamily="2" charset="0"/>
            </a:endParaRPr>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596168" cy="457020"/>
          </a:xfrm>
        </p:spPr>
        <p:txBody>
          <a:bodyPr/>
          <a:lstStyle>
            <a:lvl1pPr>
              <a:defRPr>
                <a:solidFill>
                  <a:schemeClr val="tx1"/>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2" hasCustomPrompt="1"/>
          </p:nvPr>
        </p:nvSpPr>
        <p:spPr>
          <a:xfrm>
            <a:off x="419100" y="1403349"/>
            <a:ext cx="4838700" cy="4806951"/>
          </a:xfrm>
          <a:noFill/>
        </p:spPr>
        <p:txBody>
          <a:bodyPr lIns="0" tIns="182880" rIns="182880" bIns="182880"/>
          <a:lstStyle>
            <a:lvl1pPr>
              <a:buClr>
                <a:schemeClr val="bg1"/>
              </a:buClr>
              <a:defRPr>
                <a:solidFill>
                  <a:schemeClr val="bg1"/>
                </a:solidFill>
              </a:defRPr>
            </a:lvl1pPr>
            <a:lvl2pPr marL="174625" indent="-174625">
              <a:buClr>
                <a:schemeClr val="bg1"/>
              </a:buClr>
              <a:buFont typeface="Arial" panose="020B0604020202020204" pitchFamily="34" charset="0"/>
              <a:buChar cha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r>
              <a:t>Option B. &lt;= 4 points.</a:t>
            </a:r>
          </a:p>
        </p:txBody>
      </p:sp>
      <p:sp>
        <p:nvSpPr>
          <p:cNvPr id="7" name="Content Placeholder 2">
            <a:extLst>
              <a:ext uri="{FF2B5EF4-FFF2-40B4-BE49-F238E27FC236}">
                <a16:creationId xmlns:a16="http://schemas.microsoft.com/office/drawing/2014/main" id="{F48D7D23-A4AE-A948-B404-C89F45ED35B7}"/>
              </a:ext>
            </a:extLst>
          </p:cNvPr>
          <p:cNvSpPr>
            <a:spLocks noGrp="1"/>
          </p:cNvSpPr>
          <p:nvPr>
            <p:ph idx="1" hasCustomPrompt="1"/>
          </p:nvPr>
        </p:nvSpPr>
        <p:spPr>
          <a:xfrm>
            <a:off x="6096000" y="1403349"/>
            <a:ext cx="5676900" cy="4806951"/>
          </a:xfrm>
          <a:noFill/>
        </p:spPr>
        <p:txBody>
          <a:bodyPr lIns="0" tIns="182880" rIns="182880" bIns="182880"/>
          <a:lstStyle>
            <a:lvl1pPr>
              <a:defRPr>
                <a:solidFill>
                  <a:srgbClr val="212121"/>
                </a:solidFill>
              </a:defRPr>
            </a:lvl1pPr>
            <a:lvl2pPr marL="174625" indent="-174625">
              <a:buClr>
                <a:schemeClr val="tx2"/>
              </a:buClr>
              <a:buFont typeface="Arial" panose="020B0604020202020204" pitchFamily="34" charset="0"/>
              <a:buChar char="•"/>
              <a:defRPr>
                <a:solidFill>
                  <a:srgbClr val="212121"/>
                </a:solidFill>
              </a:defRPr>
            </a:lvl2pPr>
            <a:lvl3pPr>
              <a:buClr>
                <a:schemeClr val="tx2"/>
              </a:buClr>
              <a:defRPr>
                <a:solidFill>
                  <a:srgbClr val="212121"/>
                </a:solidFill>
              </a:defRPr>
            </a:lvl3pPr>
            <a:lvl4pPr>
              <a:buClr>
                <a:schemeClr val="tx2"/>
              </a:buClr>
              <a:defRPr>
                <a:solidFill>
                  <a:srgbClr val="212121"/>
                </a:solidFill>
              </a:defRPr>
            </a:lvl4pPr>
            <a:lvl5pPr>
              <a:buClr>
                <a:schemeClr val="bg1"/>
              </a:buClr>
              <a:defRPr>
                <a:solidFill>
                  <a:srgbClr val="212121"/>
                </a:solidFill>
              </a:defRPr>
            </a:lvl5pPr>
          </a:lstStyle>
          <a:p>
            <a:r>
              <a:t>Option A. &lt;= 4 points.</a:t>
            </a:r>
          </a:p>
        </p:txBody>
      </p:sp>
      <p:pic>
        <p:nvPicPr>
          <p:cNvPr id="9" name="Picture 8" descr="Text  Description automatically generated">
            <a:extLst>
              <a:ext uri="{FF2B5EF4-FFF2-40B4-BE49-F238E27FC236}">
                <a16:creationId xmlns:a16="http://schemas.microsoft.com/office/drawing/2014/main" id="{E5F8CA6B-89DC-9D64-DE2A-574599892E86}"/>
              </a:ext>
            </a:extLst>
          </p:cNvPr>
          <p:cNvPicPr>
            <a:picLocks noChangeAspect="1"/>
          </p:cNvPicPr>
          <p:nvPr userDrawn="1"/>
        </p:nvPicPr>
        <p:blipFill>
          <a:blip r:embed="rId3"/>
          <a:stretch>
            <a:fillRect/>
          </a:stretch>
        </p:blipFill>
        <p:spPr>
          <a:xfrm>
            <a:off x="10309860" y="339154"/>
            <a:ext cx="1553486" cy="485273"/>
          </a:xfrm>
          <a:prstGeom prst="rect">
            <a:avLst/>
          </a:prstGeom>
        </p:spPr>
      </p:pic>
      <p:sp>
        <p:nvSpPr>
          <p:cNvPr id="10" name="Footer Placeholder 15">
            <a:extLst>
              <a:ext uri="{FF2B5EF4-FFF2-40B4-BE49-F238E27FC236}">
                <a16:creationId xmlns:a16="http://schemas.microsoft.com/office/drawing/2014/main" id="{D1063572-DF3F-4D0D-CC1E-65CB62AE3C25}"/>
              </a:ext>
            </a:extLst>
          </p:cNvPr>
          <p:cNvSpPr>
            <a:spLocks noGrp="1"/>
          </p:cNvSpPr>
          <p:nvPr>
            <p:ph type="ftr" sz="quarter" idx="4294967295"/>
          </p:nvPr>
        </p:nvSpPr>
        <p:spPr>
          <a:xfrm>
            <a:off x="419100" y="6492875"/>
            <a:ext cx="10248900" cy="244653"/>
          </a:xfrm>
        </p:spPr>
        <p:txBody>
          <a:bodyPr/>
          <a:lstStyle>
            <a:lvl1pPr>
              <a:defRPr>
                <a:solidFill>
                  <a:schemeClr val="bg1"/>
                </a:solidFill>
              </a:defRPr>
            </a:lvl1pPr>
          </a:lstStyle>
          <a:p>
            <a:pPr defTabSz="914126"/>
            <a:r>
              <a:rPr lang="en-US" sz="800" dirty="0">
                <a:ea typeface="Inter" panose="02000503000000020004" pitchFamily="2" charset="0"/>
              </a:rPr>
              <a:t>© 2026 GE Vernova and/or its affiliates. All rights reserved.</a:t>
            </a:r>
            <a:endParaRPr lang="en-US" sz="800" dirty="0"/>
          </a:p>
        </p:txBody>
      </p:sp>
    </p:spTree>
    <p:custDataLst>
      <p:tags r:id="rId1"/>
    </p:custDataLst>
    <p:extLst>
      <p:ext uri="{BB962C8B-B14F-4D97-AF65-F5344CB8AC3E}">
        <p14:creationId xmlns:p14="http://schemas.microsoft.com/office/powerpoint/2010/main" val="3802623225"/>
      </p:ext>
    </p:extLst>
  </p:cSld>
  <p:clrMapOvr>
    <a:masterClrMapping/>
  </p:clrMapOvr>
  <p:extLst>
    <p:ext uri="{DCECCB84-F9BA-43D5-87BE-67443E8EF086}">
      <p15:sldGuideLst xmlns:p15="http://schemas.microsoft.com/office/powerpoint/2012/main">
        <p15:guide id="1" pos="3840" userDrawn="1">
          <p15:clr>
            <a:srgbClr val="FBAE40"/>
          </p15:clr>
        </p15:guide>
        <p15:guide id="2" orient="horz" pos="884" userDrawn="1">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type="obj" preserve="1">
  <p:cSld name="Compare — Side by Side (Al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37D6BA0-372E-9EFE-3877-BEEE0D21C7B3}"/>
              </a:ext>
            </a:extLst>
          </p:cNvPr>
          <p:cNvSpPr/>
          <p:nvPr userDrawn="1"/>
        </p:nvSpPr>
        <p:spPr>
          <a:xfrm>
            <a:off x="5676900" y="1"/>
            <a:ext cx="65151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spcAft>
                <a:spcPts val="600"/>
              </a:spcAft>
            </a:pPr>
            <a:endParaRPr lang="en-US" dirty="0">
              <a:solidFill>
                <a:schemeClr val="tx1"/>
              </a:solidFill>
              <a:latin typeface="Inter" panose="02000503000000020004" pitchFamily="2" charset="0"/>
            </a:endParaRPr>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chemeClr val="bg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1" y="419101"/>
            <a:ext cx="4838700" cy="457020"/>
          </a:xfrm>
        </p:spPr>
        <p:txBody>
          <a:bodyPr/>
          <a:lstStyle>
            <a:lvl1pPr>
              <a:defRPr>
                <a:solidFill>
                  <a:schemeClr val="tx1"/>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2" hasCustomPrompt="1"/>
          </p:nvPr>
        </p:nvSpPr>
        <p:spPr>
          <a:xfrm>
            <a:off x="419100" y="1403349"/>
            <a:ext cx="4838700" cy="4806951"/>
          </a:xfrm>
          <a:noFill/>
        </p:spPr>
        <p:txBody>
          <a:bodyPr lIns="0" tIns="182880" rIns="182880" bIns="182880"/>
          <a:lstStyle>
            <a:lvl1pPr>
              <a:buClr>
                <a:schemeClr val="bg1"/>
              </a:buClr>
              <a:defRPr>
                <a:solidFill>
                  <a:srgbClr val="212121"/>
                </a:solidFill>
              </a:defRPr>
            </a:lvl1pPr>
            <a:lvl2pPr marL="174625" indent="-174625">
              <a:buClrTx/>
              <a:buFont typeface="Arial" panose="020B0604020202020204" pitchFamily="34" charset="0"/>
              <a:buChar char="•"/>
              <a:defRPr>
                <a:solidFill>
                  <a:srgbClr val="212121"/>
                </a:solidFill>
              </a:defRPr>
            </a:lvl2pPr>
            <a:lvl3pPr>
              <a:buClrTx/>
              <a:defRPr>
                <a:solidFill>
                  <a:srgbClr val="212121"/>
                </a:solidFill>
              </a:defRPr>
            </a:lvl3pPr>
            <a:lvl4pPr>
              <a:buClrTx/>
              <a:defRPr>
                <a:solidFill>
                  <a:srgbClr val="212121"/>
                </a:solidFill>
              </a:defRPr>
            </a:lvl4pPr>
            <a:lvl5pPr>
              <a:buClr>
                <a:schemeClr val="bg1"/>
              </a:buClr>
              <a:defRPr>
                <a:solidFill>
                  <a:srgbClr val="212121"/>
                </a:solidFill>
              </a:defRPr>
            </a:lvl5pPr>
          </a:lstStyle>
          <a:p>
            <a:r>
              <a:t>Option B. &lt;= 4 points.</a:t>
            </a:r>
          </a:p>
        </p:txBody>
      </p:sp>
      <p:sp>
        <p:nvSpPr>
          <p:cNvPr id="7" name="Content Placeholder 2">
            <a:extLst>
              <a:ext uri="{FF2B5EF4-FFF2-40B4-BE49-F238E27FC236}">
                <a16:creationId xmlns:a16="http://schemas.microsoft.com/office/drawing/2014/main" id="{F48D7D23-A4AE-A948-B404-C89F45ED35B7}"/>
              </a:ext>
            </a:extLst>
          </p:cNvPr>
          <p:cNvSpPr>
            <a:spLocks noGrp="1"/>
          </p:cNvSpPr>
          <p:nvPr>
            <p:ph idx="1" hasCustomPrompt="1"/>
          </p:nvPr>
        </p:nvSpPr>
        <p:spPr>
          <a:xfrm>
            <a:off x="6096000" y="1403349"/>
            <a:ext cx="5676900" cy="4806951"/>
          </a:xfrm>
          <a:noFill/>
        </p:spPr>
        <p:txBody>
          <a:bodyPr lIns="0" tIns="182880" rIns="182880" bIns="182880"/>
          <a:lstStyle>
            <a:lvl1pPr>
              <a:defRPr>
                <a:solidFill>
                  <a:schemeClr val="bg1"/>
                </a:solidFill>
              </a:defRPr>
            </a:lvl1pPr>
            <a:lvl2pPr marL="174625" indent="-174625">
              <a:buClr>
                <a:schemeClr val="bg1"/>
              </a:buClr>
              <a:buFont typeface="Arial" panose="020B0604020202020204" pitchFamily="34" charset="0"/>
              <a:buChar cha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r>
              <a:t>Option A. &lt;= 4 points.</a:t>
            </a:r>
          </a:p>
        </p:txBody>
      </p:sp>
      <p:pic>
        <p:nvPicPr>
          <p:cNvPr id="9" name="Picture 8" descr="Text  Description automatically generated">
            <a:extLst>
              <a:ext uri="{FF2B5EF4-FFF2-40B4-BE49-F238E27FC236}">
                <a16:creationId xmlns:a16="http://schemas.microsoft.com/office/drawing/2014/main" id="{DCA04741-1558-2ADE-D887-5A373050980D}"/>
              </a:ext>
            </a:extLst>
          </p:cNvPr>
          <p:cNvPicPr>
            <a:picLocks noChangeAspect="1"/>
          </p:cNvPicPr>
          <p:nvPr userDrawn="1"/>
        </p:nvPicPr>
        <p:blipFill>
          <a:blip r:embed="rId3"/>
          <a:stretch>
            <a:fillRect/>
          </a:stretch>
        </p:blipFill>
        <p:spPr>
          <a:xfrm>
            <a:off x="10309857" y="339154"/>
            <a:ext cx="1553489" cy="485273"/>
          </a:xfrm>
          <a:prstGeom prst="rect">
            <a:avLst/>
          </a:prstGeom>
        </p:spPr>
      </p:pic>
      <p:sp>
        <p:nvSpPr>
          <p:cNvPr id="4" name="Footer Placeholder 15">
            <a:extLst>
              <a:ext uri="{FF2B5EF4-FFF2-40B4-BE49-F238E27FC236}">
                <a16:creationId xmlns:a16="http://schemas.microsoft.com/office/drawing/2014/main" id="{7480F360-7E53-B0F3-C69A-B610CF1E8DD1}"/>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spTree>
    <p:custDataLst>
      <p:tags r:id="rId1"/>
    </p:custDataLst>
    <p:extLst>
      <p:ext uri="{BB962C8B-B14F-4D97-AF65-F5344CB8AC3E}">
        <p14:creationId xmlns:p14="http://schemas.microsoft.com/office/powerpoint/2010/main" val="579359531"/>
      </p:ext>
    </p:extLst>
  </p:cSld>
  <p:clrMapOvr>
    <a:masterClrMapping/>
  </p:clrMapOvr>
  <p:extLst>
    <p:ext uri="{DCECCB84-F9BA-43D5-87BE-67443E8EF086}">
      <p15:sldGuideLst xmlns:p15="http://schemas.microsoft.com/office/powerpoint/2012/main">
        <p15:guide id="2" orient="horz" userDrawn="1">
          <p15:clr>
            <a:srgbClr val="FBAE40"/>
          </p15:clr>
        </p15:guide>
        <p15:guide id="4" orient="horz" pos="456" userDrawn="1">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Quote — Statement">
    <p:bg>
      <p:bgPr>
        <a:solidFill>
          <a:srgbClr val="005E60"/>
        </a:solid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B59930B-38D7-924C-B6F1-36FF815DB247}"/>
              </a:ext>
            </a:extLst>
          </p:cNvPr>
          <p:cNvSpPr>
            <a:spLocks noGrp="1"/>
          </p:cNvSpPr>
          <p:nvPr>
            <p:ph type="sldNum" sz="quarter" idx="11"/>
          </p:nvPr>
        </p:nvSpPr>
        <p:spPr/>
        <p:txBody>
          <a:bodyPr/>
          <a:lstStyle>
            <a:lvl1pPr>
              <a:defRPr>
                <a:solidFill>
                  <a:schemeClr val="tx1"/>
                </a:solidFill>
              </a:defRPr>
            </a:lvl1pPr>
          </a:lstStyle>
          <a:p>
            <a:fld id="{7A7A97EF-C944-4447-B862-B593E9B4A0FF}" type="slidenum">
              <a:rPr lang="en-US" smtClean="0"/>
              <a:pPr/>
              <a:t>‹#›</a:t>
            </a:fld>
            <a:endParaRPr lang="en-US" dirty="0"/>
          </a:p>
        </p:txBody>
      </p:sp>
      <p:sp>
        <p:nvSpPr>
          <p:cNvPr id="8" name="Text Placeholder 7">
            <a:extLst>
              <a:ext uri="{FF2B5EF4-FFF2-40B4-BE49-F238E27FC236}">
                <a16:creationId xmlns:a16="http://schemas.microsoft.com/office/drawing/2014/main" id="{1AA982C6-876D-DD40-A175-F032C52F2D95}"/>
              </a:ext>
            </a:extLst>
          </p:cNvPr>
          <p:cNvSpPr>
            <a:spLocks noGrp="1"/>
          </p:cNvSpPr>
          <p:nvPr>
            <p:ph type="body" sz="quarter" idx="1" hasCustomPrompt="1"/>
          </p:nvPr>
        </p:nvSpPr>
        <p:spPr>
          <a:xfrm>
            <a:off x="3048001" y="615950"/>
            <a:ext cx="5494420" cy="5486400"/>
          </a:xfrm>
        </p:spPr>
        <p:txBody>
          <a:bodyPr anchor="t" anchorCtr="0"/>
          <a:lstStyle>
            <a:lvl1pPr marL="0" indent="0">
              <a:lnSpc>
                <a:spcPct val="85000"/>
              </a:lnSpc>
              <a:spcAft>
                <a:spcPts val="1000"/>
              </a:spcAft>
              <a:defRPr sz="5000" cap="all" spc="80" baseline="0">
                <a:solidFill>
                  <a:schemeClr val="tx1"/>
                </a:solidFill>
                <a:latin typeface="Sons Condensed Extrabold" panose="02060906060206060203" pitchFamily="18" charset="0"/>
              </a:defRPr>
            </a:lvl1pPr>
            <a:lvl2pPr marL="0" indent="0">
              <a:lnSpc>
                <a:spcPct val="100000"/>
              </a:lnSpc>
              <a:buFont typeface="Arial"/>
              <a:buNone/>
              <a:defRPr>
                <a:solidFill>
                  <a:schemeClr val="tx1"/>
                </a:solidFill>
              </a:defRPr>
            </a:lvl2pPr>
            <a:lvl3pPr marL="0" indent="0">
              <a:lnSpc>
                <a:spcPct val="85000"/>
              </a:lnSpc>
              <a:buNone/>
              <a:defRPr sz="5000">
                <a:solidFill>
                  <a:schemeClr val="tx1"/>
                </a:solidFill>
              </a:defRPr>
            </a:lvl3pPr>
            <a:lvl4pPr marL="0" indent="0">
              <a:lnSpc>
                <a:spcPct val="90000"/>
              </a:lnSpc>
              <a:buNone/>
              <a:defRPr sz="3200">
                <a:solidFill>
                  <a:schemeClr val="tx1"/>
                </a:solidFill>
              </a:defRPr>
            </a:lvl4pPr>
            <a:lvl5pPr marL="0" indent="0">
              <a:lnSpc>
                <a:spcPct val="100000"/>
              </a:lnSpc>
              <a:buClr>
                <a:schemeClr val="accent4"/>
              </a:buClr>
              <a:buFont typeface="Arial"/>
              <a:buNone/>
              <a:defRPr sz="1400">
                <a:solidFill>
                  <a:schemeClr val="tx1"/>
                </a:solidFill>
              </a:defRPr>
            </a:lvl5pPr>
          </a:lstStyle>
          <a:p>
            <a:r>
              <a:t>One statement, &lt;= 30 words. Attribute the source.</a:t>
            </a:r>
          </a:p>
        </p:txBody>
      </p:sp>
      <p:cxnSp>
        <p:nvCxnSpPr>
          <p:cNvPr id="2" name="Straight Connector 1">
            <a:extLst>
              <a:ext uri="{FF2B5EF4-FFF2-40B4-BE49-F238E27FC236}">
                <a16:creationId xmlns:a16="http://schemas.microsoft.com/office/drawing/2014/main" id="{21459A54-2B36-0597-98AB-2AD5027C3A5A}"/>
              </a:ext>
            </a:extLst>
          </p:cNvPr>
          <p:cNvCxnSpPr>
            <a:cxnSpLocks/>
          </p:cNvCxnSpPr>
          <p:nvPr userDrawn="1"/>
        </p:nvCxnSpPr>
        <p:spPr>
          <a:xfrm>
            <a:off x="2946446" y="640174"/>
            <a:ext cx="0" cy="5486400"/>
          </a:xfrm>
          <a:prstGeom prst="line">
            <a:avLst/>
          </a:prstGeom>
          <a:ln w="19050">
            <a:solidFill>
              <a:srgbClr val="C8FF08"/>
            </a:solidFill>
          </a:ln>
        </p:spPr>
        <p:style>
          <a:lnRef idx="1">
            <a:schemeClr val="accent1"/>
          </a:lnRef>
          <a:fillRef idx="0">
            <a:schemeClr val="accent1"/>
          </a:fillRef>
          <a:effectRef idx="0">
            <a:schemeClr val="accent1"/>
          </a:effectRef>
          <a:fontRef idx="minor">
            <a:schemeClr val="tx1"/>
          </a:fontRef>
        </p:style>
      </p:cxnSp>
      <p:pic>
        <p:nvPicPr>
          <p:cNvPr id="6" name="Picture 5" descr="Text  Description automatically generated">
            <a:extLst>
              <a:ext uri="{FF2B5EF4-FFF2-40B4-BE49-F238E27FC236}">
                <a16:creationId xmlns:a16="http://schemas.microsoft.com/office/drawing/2014/main" id="{3144293E-2C00-D4C2-B60A-12BE7EAB8F50}"/>
              </a:ext>
            </a:extLst>
          </p:cNvPr>
          <p:cNvPicPr>
            <a:picLocks noChangeAspect="1"/>
          </p:cNvPicPr>
          <p:nvPr userDrawn="1"/>
        </p:nvPicPr>
        <p:blipFill>
          <a:blip r:embed="rId3"/>
          <a:stretch>
            <a:fillRect/>
          </a:stretch>
        </p:blipFill>
        <p:spPr>
          <a:xfrm>
            <a:off x="10309857" y="339154"/>
            <a:ext cx="1553489" cy="485273"/>
          </a:xfrm>
          <a:prstGeom prst="rect">
            <a:avLst/>
          </a:prstGeom>
        </p:spPr>
      </p:pic>
      <p:sp>
        <p:nvSpPr>
          <p:cNvPr id="5" name="Footer Placeholder 15">
            <a:extLst>
              <a:ext uri="{FF2B5EF4-FFF2-40B4-BE49-F238E27FC236}">
                <a16:creationId xmlns:a16="http://schemas.microsoft.com/office/drawing/2014/main" id="{1329F007-C0C3-3A01-8745-6339F394E6D7}"/>
              </a:ext>
            </a:extLst>
          </p:cNvPr>
          <p:cNvSpPr>
            <a:spLocks noGrp="1"/>
          </p:cNvSpPr>
          <p:nvPr>
            <p:ph type="ftr" sz="quarter" idx="4294967295"/>
          </p:nvPr>
        </p:nvSpPr>
        <p:spPr>
          <a:xfrm>
            <a:off x="419100" y="6492875"/>
            <a:ext cx="10248900" cy="244653"/>
          </a:xfrm>
        </p:spPr>
        <p:txBody>
          <a:bodyPr/>
          <a:lstStyle>
            <a:lvl1pPr>
              <a:defRPr>
                <a:solidFill>
                  <a:schemeClr val="tx1"/>
                </a:solidFill>
              </a:defRPr>
            </a:lvl1pPr>
          </a:lstStyle>
          <a:p>
            <a:pPr defTabSz="914126"/>
            <a:r>
              <a:rPr lang="en-US" sz="800" dirty="0">
                <a:ea typeface="Inter" panose="02000503000000020004" pitchFamily="2" charset="0"/>
              </a:rPr>
              <a:t>© 2026 GE Vernova and/or its affiliates. All rights reserved.</a:t>
            </a:r>
            <a:endParaRPr lang="en-US" sz="800" dirty="0"/>
          </a:p>
        </p:txBody>
      </p:sp>
    </p:spTree>
    <p:custDataLst>
      <p:tags r:id="rId1"/>
    </p:custDataLst>
    <p:extLst>
      <p:ext uri="{BB962C8B-B14F-4D97-AF65-F5344CB8AC3E}">
        <p14:creationId xmlns:p14="http://schemas.microsoft.com/office/powerpoint/2010/main" val="140518822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1920" userDrawn="1">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Quote — Statement (Alt)">
    <p:bg>
      <p:bgPr>
        <a:solidFill>
          <a:schemeClr val="tx1"/>
        </a:solid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B59930B-38D7-924C-B6F1-36FF815DB247}"/>
              </a:ext>
            </a:extLst>
          </p:cNvPr>
          <p:cNvSpPr>
            <a:spLocks noGrp="1"/>
          </p:cNvSpPr>
          <p:nvPr>
            <p:ph type="sldNum" sz="quarter" idx="11"/>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8" name="Text Placeholder 7">
            <a:extLst>
              <a:ext uri="{FF2B5EF4-FFF2-40B4-BE49-F238E27FC236}">
                <a16:creationId xmlns:a16="http://schemas.microsoft.com/office/drawing/2014/main" id="{1AA982C6-876D-DD40-A175-F032C52F2D95}"/>
              </a:ext>
            </a:extLst>
          </p:cNvPr>
          <p:cNvSpPr>
            <a:spLocks noGrp="1"/>
          </p:cNvSpPr>
          <p:nvPr>
            <p:ph type="body" sz="quarter" idx="1" hasCustomPrompt="1"/>
          </p:nvPr>
        </p:nvSpPr>
        <p:spPr>
          <a:xfrm>
            <a:off x="3048000" y="615950"/>
            <a:ext cx="5554979" cy="5486400"/>
          </a:xfrm>
        </p:spPr>
        <p:txBody>
          <a:bodyPr anchor="t" anchorCtr="0"/>
          <a:lstStyle>
            <a:lvl1pPr marL="0" indent="0">
              <a:lnSpc>
                <a:spcPct val="85000"/>
              </a:lnSpc>
              <a:spcAft>
                <a:spcPts val="0"/>
              </a:spcAft>
              <a:defRPr sz="5000" cap="all" spc="80" baseline="0">
                <a:solidFill>
                  <a:srgbClr val="005E60"/>
                </a:solidFill>
                <a:latin typeface="Sons Condensed Extrabold" panose="02060906060206060203" pitchFamily="18" charset="0"/>
              </a:defRPr>
            </a:lvl1pPr>
            <a:lvl2pPr marL="0" indent="0">
              <a:lnSpc>
                <a:spcPct val="100000"/>
              </a:lnSpc>
              <a:buFont typeface="Arial"/>
              <a:buNone/>
              <a:defRPr>
                <a:solidFill>
                  <a:srgbClr val="005E60"/>
                </a:solidFill>
              </a:defRPr>
            </a:lvl2pPr>
            <a:lvl3pPr marL="0" indent="0">
              <a:lnSpc>
                <a:spcPct val="85000"/>
              </a:lnSpc>
              <a:buNone/>
              <a:defRPr sz="5000">
                <a:solidFill>
                  <a:srgbClr val="005E60"/>
                </a:solidFill>
              </a:defRPr>
            </a:lvl3pPr>
            <a:lvl4pPr marL="0" indent="0">
              <a:lnSpc>
                <a:spcPct val="90000"/>
              </a:lnSpc>
              <a:buNone/>
              <a:defRPr sz="3200">
                <a:solidFill>
                  <a:srgbClr val="005E60"/>
                </a:solidFill>
              </a:defRPr>
            </a:lvl4pPr>
            <a:lvl5pPr marL="0" indent="0">
              <a:lnSpc>
                <a:spcPct val="100000"/>
              </a:lnSpc>
              <a:buClr>
                <a:schemeClr val="accent4"/>
              </a:buClr>
              <a:buFont typeface="Arial"/>
              <a:buNone/>
              <a:defRPr sz="1400">
                <a:solidFill>
                  <a:srgbClr val="005E60"/>
                </a:solidFill>
              </a:defRPr>
            </a:lvl5pPr>
          </a:lstStyle>
          <a:p>
            <a:r>
              <a:t>One statement, &lt;= 30 words. Attribute the source.</a:t>
            </a:r>
          </a:p>
        </p:txBody>
      </p:sp>
      <p:cxnSp>
        <p:nvCxnSpPr>
          <p:cNvPr id="5" name="Straight Connector 4">
            <a:extLst>
              <a:ext uri="{FF2B5EF4-FFF2-40B4-BE49-F238E27FC236}">
                <a16:creationId xmlns:a16="http://schemas.microsoft.com/office/drawing/2014/main" id="{3F938A19-85FE-D7E0-BB2C-F157A4FE6AEC}"/>
              </a:ext>
            </a:extLst>
          </p:cNvPr>
          <p:cNvCxnSpPr>
            <a:cxnSpLocks/>
          </p:cNvCxnSpPr>
          <p:nvPr userDrawn="1"/>
        </p:nvCxnSpPr>
        <p:spPr>
          <a:xfrm>
            <a:off x="2946446" y="640174"/>
            <a:ext cx="0" cy="54864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pic>
        <p:nvPicPr>
          <p:cNvPr id="2" name="Picture 1" descr="Text  Description automatically generated">
            <a:extLst>
              <a:ext uri="{FF2B5EF4-FFF2-40B4-BE49-F238E27FC236}">
                <a16:creationId xmlns:a16="http://schemas.microsoft.com/office/drawing/2014/main" id="{16A940B9-7959-1BE5-1C1F-30DC7A96DB8F}"/>
              </a:ext>
            </a:extLst>
          </p:cNvPr>
          <p:cNvPicPr>
            <a:picLocks noChangeAspect="1"/>
          </p:cNvPicPr>
          <p:nvPr userDrawn="1"/>
        </p:nvPicPr>
        <p:blipFill>
          <a:blip r:embed="rId3"/>
          <a:stretch>
            <a:fillRect/>
          </a:stretch>
        </p:blipFill>
        <p:spPr>
          <a:xfrm>
            <a:off x="10309860" y="339154"/>
            <a:ext cx="1553486" cy="485273"/>
          </a:xfrm>
          <a:prstGeom prst="rect">
            <a:avLst/>
          </a:prstGeom>
        </p:spPr>
      </p:pic>
      <p:sp>
        <p:nvSpPr>
          <p:cNvPr id="6" name="Footer Placeholder 15">
            <a:extLst>
              <a:ext uri="{FF2B5EF4-FFF2-40B4-BE49-F238E27FC236}">
                <a16:creationId xmlns:a16="http://schemas.microsoft.com/office/drawing/2014/main" id="{D058DE80-2D20-BEDA-3025-4E13FFAADB09}"/>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spTree>
    <p:custDataLst>
      <p:tags r:id="rId1"/>
    </p:custDataLst>
    <p:extLst>
      <p:ext uri="{BB962C8B-B14F-4D97-AF65-F5344CB8AC3E}">
        <p14:creationId xmlns:p14="http://schemas.microsoft.com/office/powerpoint/2010/main" val="247158358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1920">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Stats — Three Up">
    <p:bg>
      <p:bgPr>
        <a:solidFill>
          <a:schemeClr val="bg1"/>
        </a:soli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p>
            <a:fld id="{7A7A97EF-C944-4447-B862-B593E9B4A0FF}" type="slidenum">
              <a:r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p:txBody>
          <a:bodyPr/>
          <a:lstStyle>
            <a:lvl1pPr>
              <a:defRPr>
                <a:solidFill>
                  <a:schemeClr val="tx1"/>
                </a:solidFill>
              </a:defRPr>
            </a:lvl1pPr>
          </a:lstStyle>
          <a:p>
            <a:r>
              <a:rPr lang="en-US"/>
              <a:t>Click to edit Master title style</a:t>
            </a:r>
            <a:endParaRPr lang="en-US" dirty="0"/>
          </a:p>
        </p:txBody>
      </p:sp>
      <p:sp>
        <p:nvSpPr>
          <p:cNvPr id="12" name="Text Placeholder 10">
            <a:extLst>
              <a:ext uri="{FF2B5EF4-FFF2-40B4-BE49-F238E27FC236}">
                <a16:creationId xmlns:a16="http://schemas.microsoft.com/office/drawing/2014/main" id="{56C95D67-F3C4-3D4F-B32A-CBAC6F0CB332}"/>
              </a:ext>
            </a:extLst>
          </p:cNvPr>
          <p:cNvSpPr>
            <a:spLocks noGrp="1"/>
          </p:cNvSpPr>
          <p:nvPr>
            <p:ph type="body" sz="quarter" idx="1" hasCustomPrompt="1"/>
          </p:nvPr>
        </p:nvSpPr>
        <p:spPr>
          <a:xfrm>
            <a:off x="419100" y="1403350"/>
            <a:ext cx="3502152" cy="692150"/>
          </a:xfrm>
        </p:spPr>
        <p:txBody>
          <a:bodyPr/>
          <a:lstStyle>
            <a:lvl1pPr>
              <a:spcAft>
                <a:spcPts val="0"/>
              </a:spcAft>
              <a:defRPr b="0">
                <a:solidFill>
                  <a:srgbClr val="212121"/>
                </a:solidFill>
                <a:latin typeface="Inter Semi Bold" panose="02000703000000020004" pitchFamily="50" charset="0"/>
                <a:ea typeface="Inter Semi Bold" panose="02000703000000020004" pitchFamily="50" charset="0"/>
                <a:cs typeface="Inter Semi Bold" panose="02000703000000020004" pitchFamily="50" charset="0"/>
              </a:defRPr>
            </a:lvl1pPr>
          </a:lstStyle>
          <a:p>
            <a:r>
              <a:t>Big number + &lt;= 6-word label each. Max 3 stats.</a:t>
            </a:r>
          </a:p>
        </p:txBody>
      </p:sp>
      <p:sp>
        <p:nvSpPr>
          <p:cNvPr id="13" name="Text Placeholder 10">
            <a:extLst>
              <a:ext uri="{FF2B5EF4-FFF2-40B4-BE49-F238E27FC236}">
                <a16:creationId xmlns:a16="http://schemas.microsoft.com/office/drawing/2014/main" id="{D582616C-16AA-D245-94C9-5BE602638B4E}"/>
              </a:ext>
            </a:extLst>
          </p:cNvPr>
          <p:cNvSpPr>
            <a:spLocks noGrp="1"/>
          </p:cNvSpPr>
          <p:nvPr>
            <p:ph type="body" sz="quarter" idx="2"/>
          </p:nvPr>
        </p:nvSpPr>
        <p:spPr>
          <a:xfrm>
            <a:off x="4206875" y="1403350"/>
            <a:ext cx="3502152" cy="692150"/>
          </a:xfrm>
        </p:spPr>
        <p:txBody>
          <a:bodyPr/>
          <a:lstStyle>
            <a:lvl1pPr>
              <a:spcAft>
                <a:spcPts val="0"/>
              </a:spcAft>
              <a:defRPr b="0">
                <a:solidFill>
                  <a:srgbClr val="212121"/>
                </a:solidFill>
                <a:latin typeface="Inter Semi Bold" panose="02000703000000020004" pitchFamily="50" charset="0"/>
                <a:ea typeface="Inter Semi Bold" panose="02000703000000020004" pitchFamily="50" charset="0"/>
                <a:cs typeface="Inter Semi Bold" panose="02000703000000020004" pitchFamily="50" charset="0"/>
              </a:defRPr>
            </a:lvl1pPr>
          </a:lstStyle>
          <a:p>
            <a:pPr lvl="0"/>
            <a:r>
              <a:rPr lang="en-US"/>
              <a:t>Click to edit Master text styles</a:t>
            </a:r>
          </a:p>
        </p:txBody>
      </p:sp>
      <p:sp>
        <p:nvSpPr>
          <p:cNvPr id="14" name="Text Placeholder 10">
            <a:extLst>
              <a:ext uri="{FF2B5EF4-FFF2-40B4-BE49-F238E27FC236}">
                <a16:creationId xmlns:a16="http://schemas.microsoft.com/office/drawing/2014/main" id="{8A9A19A4-818C-F14A-B5DE-B0DB0C798CB7}"/>
              </a:ext>
            </a:extLst>
          </p:cNvPr>
          <p:cNvSpPr>
            <a:spLocks noGrp="1"/>
          </p:cNvSpPr>
          <p:nvPr>
            <p:ph type="body" sz="quarter" idx="3"/>
          </p:nvPr>
        </p:nvSpPr>
        <p:spPr>
          <a:xfrm>
            <a:off x="7989707" y="1403350"/>
            <a:ext cx="3502152" cy="692150"/>
          </a:xfrm>
        </p:spPr>
        <p:txBody>
          <a:bodyPr/>
          <a:lstStyle>
            <a:lvl1pPr>
              <a:spcAft>
                <a:spcPts val="0"/>
              </a:spcAft>
              <a:defRPr b="0">
                <a:solidFill>
                  <a:srgbClr val="212121"/>
                </a:solidFill>
                <a:latin typeface="Inter Semi Bold" panose="02000703000000020004" pitchFamily="50" charset="0"/>
                <a:ea typeface="Inter Semi Bold" panose="02000703000000020004" pitchFamily="50" charset="0"/>
                <a:cs typeface="Inter Semi Bold" panose="02000703000000020004" pitchFamily="50" charset="0"/>
              </a:defRPr>
            </a:lvl1pPr>
          </a:lstStyle>
          <a:p>
            <a:pPr lvl="0"/>
            <a:r>
              <a:rPr lang="en-US"/>
              <a:t>Click to edit Master text styles</a:t>
            </a:r>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4" hasCustomPrompt="1"/>
          </p:nvPr>
        </p:nvSpPr>
        <p:spPr>
          <a:xfrm>
            <a:off x="419100" y="2095501"/>
            <a:ext cx="3502152" cy="4114798"/>
          </a:xfrm>
        </p:spPr>
        <p:txBody>
          <a:bodyPr/>
          <a:lstStyle>
            <a:lvl1pPr>
              <a:lnSpc>
                <a:spcPct val="85000"/>
              </a:lnSpc>
              <a:spcAft>
                <a:spcPts val="2400"/>
              </a:spcAft>
              <a:defRPr sz="7200" spc="80" baseline="0">
                <a:solidFill>
                  <a:srgbClr val="005E60"/>
                </a:solidFill>
                <a:latin typeface="Sons Condensed Extrabold" panose="02060906060206060203" pitchFamily="18" charset="0"/>
              </a:defRPr>
            </a:lvl1pPr>
            <a:lvl2pPr marL="0" indent="0">
              <a:buNone/>
              <a:defRPr>
                <a:solidFill>
                  <a:srgbClr val="212121"/>
                </a:solidFill>
              </a:defRPr>
            </a:lvl2pPr>
            <a:lvl3pPr marL="174625" indent="-174625">
              <a:buClrTx/>
              <a:buFont typeface="Arial" panose="020B0604020202020204" pitchFamily="34" charset="0"/>
              <a:buChar char="•"/>
              <a:defRPr>
                <a:solidFill>
                  <a:schemeClr val="tx2"/>
                </a:solidFill>
              </a:defRPr>
            </a:lvl3pPr>
            <a:lvl4pPr marL="365760" indent="-182880">
              <a:buClrTx/>
              <a:buFont typeface="Arial"/>
              <a:buChar char="–"/>
              <a:defRPr>
                <a:solidFill>
                  <a:srgbClr val="212121"/>
                </a:solidFill>
              </a:defRPr>
            </a:lvl4pPr>
            <a:lvl5pPr marL="548640">
              <a:buClrTx/>
              <a:defRPr>
                <a:solidFill>
                  <a:srgbClr val="212121"/>
                </a:solidFill>
              </a:defRPr>
            </a:lvl5pPr>
          </a:lstStyle>
          <a:p>
            <a:pPr lvl="0"/>
            <a:r>
              <a:rPr lang="en-US" dirty="0"/>
              <a:t>##</a:t>
            </a:r>
          </a:p>
          <a:p>
            <a:pPr lvl="1"/>
            <a:r>
              <a:rPr lang="en-US" dirty="0"/>
              <a:t>Level 1 text</a:t>
            </a:r>
          </a:p>
          <a:p>
            <a:pPr lvl="2"/>
            <a:r>
              <a:rPr lang="en-US" dirty="0"/>
              <a:t>Level 2 text</a:t>
            </a:r>
          </a:p>
          <a:p>
            <a:pPr lvl="3"/>
            <a:r>
              <a:rPr lang="en-US" dirty="0"/>
              <a:t>Level 3 text</a:t>
            </a:r>
          </a:p>
          <a:p>
            <a:pPr lvl="4"/>
            <a:r>
              <a:rPr lang="en-US" dirty="0"/>
              <a:t>Level 4 text</a:t>
            </a:r>
          </a:p>
        </p:txBody>
      </p:sp>
      <p:sp>
        <p:nvSpPr>
          <p:cNvPr id="18" name="Content Placeholder 2">
            <a:extLst>
              <a:ext uri="{FF2B5EF4-FFF2-40B4-BE49-F238E27FC236}">
                <a16:creationId xmlns:a16="http://schemas.microsoft.com/office/drawing/2014/main" id="{8BB63C1B-3209-284E-B44A-E799A58B17A6}"/>
              </a:ext>
            </a:extLst>
          </p:cNvPr>
          <p:cNvSpPr>
            <a:spLocks noGrp="1"/>
          </p:cNvSpPr>
          <p:nvPr>
            <p:ph idx="5" hasCustomPrompt="1"/>
          </p:nvPr>
        </p:nvSpPr>
        <p:spPr>
          <a:xfrm>
            <a:off x="4206875" y="2095503"/>
            <a:ext cx="3502152" cy="4114798"/>
          </a:xfrm>
        </p:spPr>
        <p:txBody>
          <a:bodyPr/>
          <a:lstStyle>
            <a:lvl1pPr>
              <a:lnSpc>
                <a:spcPct val="85000"/>
              </a:lnSpc>
              <a:spcAft>
                <a:spcPts val="2400"/>
              </a:spcAft>
              <a:defRPr sz="7200" spc="80" baseline="0">
                <a:solidFill>
                  <a:srgbClr val="005E60"/>
                </a:solidFill>
                <a:latin typeface="Sons Condensed Extrabold" panose="02060906060206060203" pitchFamily="18" charset="0"/>
              </a:defRPr>
            </a:lvl1pPr>
            <a:lvl2pPr marL="0" indent="0">
              <a:buClrTx/>
              <a:buNone/>
              <a:defRPr>
                <a:solidFill>
                  <a:srgbClr val="212121"/>
                </a:solidFill>
              </a:defRPr>
            </a:lvl2pPr>
            <a:lvl3pPr marL="174625" indent="-174625">
              <a:buClrTx/>
              <a:buFont typeface="Arial" panose="020B0604020202020204" pitchFamily="34" charset="0"/>
              <a:buChar char="•"/>
              <a:defRPr>
                <a:solidFill>
                  <a:srgbClr val="212121"/>
                </a:solidFill>
              </a:defRPr>
            </a:lvl3pPr>
            <a:lvl4pPr marL="365760" indent="-182880">
              <a:buClrTx/>
              <a:buFont typeface="Arial"/>
              <a:buChar char="–"/>
              <a:defRPr>
                <a:solidFill>
                  <a:srgbClr val="212121"/>
                </a:solidFill>
              </a:defRPr>
            </a:lvl4pPr>
            <a:lvl5pPr marL="548640">
              <a:buClrTx/>
              <a:defRPr>
                <a:solidFill>
                  <a:srgbClr val="212121"/>
                </a:solidFill>
              </a:defRPr>
            </a:lvl5pPr>
          </a:lstStyle>
          <a:p>
            <a:pPr lvl="0"/>
            <a:r>
              <a:rPr lang="en-US" dirty="0"/>
              <a:t>##</a:t>
            </a:r>
          </a:p>
          <a:p>
            <a:pPr lvl="1"/>
            <a:r>
              <a:rPr lang="en-US" dirty="0"/>
              <a:t>Level 1 text</a:t>
            </a:r>
          </a:p>
          <a:p>
            <a:pPr lvl="2"/>
            <a:r>
              <a:rPr lang="en-US" dirty="0"/>
              <a:t>Level 2 text</a:t>
            </a:r>
          </a:p>
          <a:p>
            <a:pPr lvl="3"/>
            <a:r>
              <a:rPr lang="en-US" dirty="0"/>
              <a:t>Level 3 text</a:t>
            </a:r>
          </a:p>
          <a:p>
            <a:pPr lvl="4"/>
            <a:r>
              <a:rPr lang="en-US" dirty="0"/>
              <a:t>Level 4 text</a:t>
            </a:r>
          </a:p>
          <a:p>
            <a:pPr lvl="4"/>
            <a:endParaRPr lang="en-US" dirty="0"/>
          </a:p>
        </p:txBody>
      </p:sp>
      <p:sp>
        <p:nvSpPr>
          <p:cNvPr id="19" name="Content Placeholder 2">
            <a:extLst>
              <a:ext uri="{FF2B5EF4-FFF2-40B4-BE49-F238E27FC236}">
                <a16:creationId xmlns:a16="http://schemas.microsoft.com/office/drawing/2014/main" id="{412F81C6-976F-8E46-9726-C1199B9E693F}"/>
              </a:ext>
            </a:extLst>
          </p:cNvPr>
          <p:cNvSpPr>
            <a:spLocks noGrp="1"/>
          </p:cNvSpPr>
          <p:nvPr>
            <p:ph idx="6" hasCustomPrompt="1"/>
          </p:nvPr>
        </p:nvSpPr>
        <p:spPr>
          <a:xfrm>
            <a:off x="7985125" y="2095503"/>
            <a:ext cx="3502152" cy="4114798"/>
          </a:xfrm>
        </p:spPr>
        <p:txBody>
          <a:bodyPr/>
          <a:lstStyle>
            <a:lvl1pPr>
              <a:lnSpc>
                <a:spcPct val="85000"/>
              </a:lnSpc>
              <a:spcAft>
                <a:spcPts val="2400"/>
              </a:spcAft>
              <a:defRPr sz="7200" spc="80" baseline="0">
                <a:solidFill>
                  <a:srgbClr val="005E60"/>
                </a:solidFill>
                <a:latin typeface="Sons Condensed Extrabold" panose="02060906060206060203" pitchFamily="18" charset="0"/>
              </a:defRPr>
            </a:lvl1pPr>
            <a:lvl2pPr marL="0" indent="0">
              <a:buClrTx/>
              <a:buNone/>
              <a:defRPr>
                <a:solidFill>
                  <a:srgbClr val="212121"/>
                </a:solidFill>
              </a:defRPr>
            </a:lvl2pPr>
            <a:lvl3pPr marL="174625" indent="-174625">
              <a:buClrTx/>
              <a:buFont typeface="Arial" panose="020B0604020202020204" pitchFamily="34" charset="0"/>
              <a:buChar char="•"/>
              <a:defRPr>
                <a:solidFill>
                  <a:srgbClr val="212121"/>
                </a:solidFill>
              </a:defRPr>
            </a:lvl3pPr>
            <a:lvl4pPr marL="365760" indent="-182880">
              <a:buClrTx/>
              <a:buFont typeface="Arial"/>
              <a:buChar char="–"/>
              <a:defRPr>
                <a:solidFill>
                  <a:srgbClr val="212121"/>
                </a:solidFill>
              </a:defRPr>
            </a:lvl4pPr>
            <a:lvl5pPr marL="548640">
              <a:buClrTx/>
              <a:defRPr>
                <a:solidFill>
                  <a:srgbClr val="212121"/>
                </a:solidFill>
              </a:defRPr>
            </a:lvl5pPr>
          </a:lstStyle>
          <a:p>
            <a:pPr lvl="0"/>
            <a:r>
              <a:rPr lang="en-US" dirty="0"/>
              <a:t>##</a:t>
            </a:r>
          </a:p>
          <a:p>
            <a:pPr lvl="1"/>
            <a:r>
              <a:rPr lang="en-US" dirty="0"/>
              <a:t>Level 1 text</a:t>
            </a:r>
          </a:p>
          <a:p>
            <a:pPr lvl="2"/>
            <a:r>
              <a:rPr lang="en-US" dirty="0"/>
              <a:t>Level 2 text</a:t>
            </a:r>
          </a:p>
          <a:p>
            <a:pPr lvl="3"/>
            <a:r>
              <a:rPr lang="en-US" dirty="0"/>
              <a:t>Level 3 text</a:t>
            </a:r>
          </a:p>
          <a:p>
            <a:pPr lvl="4"/>
            <a:r>
              <a:rPr lang="en-US" dirty="0"/>
              <a:t>Level 4 text</a:t>
            </a:r>
          </a:p>
          <a:p>
            <a:pPr lvl="4"/>
            <a:endParaRPr lang="en-US" dirty="0"/>
          </a:p>
        </p:txBody>
      </p:sp>
      <p:cxnSp>
        <p:nvCxnSpPr>
          <p:cNvPr id="4" name="Straight Connector 3">
            <a:extLst>
              <a:ext uri="{FF2B5EF4-FFF2-40B4-BE49-F238E27FC236}">
                <a16:creationId xmlns:a16="http://schemas.microsoft.com/office/drawing/2014/main" id="{DB938AA9-AA7F-CA72-4172-840511A5C2E9}"/>
              </a:ext>
            </a:extLst>
          </p:cNvPr>
          <p:cNvCxnSpPr>
            <a:cxnSpLocks/>
          </p:cNvCxnSpPr>
          <p:nvPr userDrawn="1"/>
        </p:nvCxnSpPr>
        <p:spPr>
          <a:xfrm>
            <a:off x="4062828" y="1402915"/>
            <a:ext cx="0" cy="4807385"/>
          </a:xfrm>
          <a:prstGeom prst="line">
            <a:avLst/>
          </a:prstGeom>
          <a:ln w="19050">
            <a:solidFill>
              <a:srgbClr val="005E60"/>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B476105A-C9A5-9304-6A7E-4ABF0C6AAB07}"/>
              </a:ext>
            </a:extLst>
          </p:cNvPr>
          <p:cNvCxnSpPr>
            <a:cxnSpLocks/>
          </p:cNvCxnSpPr>
          <p:nvPr userDrawn="1"/>
        </p:nvCxnSpPr>
        <p:spPr>
          <a:xfrm>
            <a:off x="7848132" y="1402915"/>
            <a:ext cx="0" cy="4807385"/>
          </a:xfrm>
          <a:prstGeom prst="line">
            <a:avLst/>
          </a:prstGeom>
          <a:ln w="19050">
            <a:solidFill>
              <a:srgbClr val="005E60"/>
            </a:solidFill>
          </a:ln>
        </p:spPr>
        <p:style>
          <a:lnRef idx="1">
            <a:schemeClr val="accent1"/>
          </a:lnRef>
          <a:fillRef idx="0">
            <a:schemeClr val="accent1"/>
          </a:fillRef>
          <a:effectRef idx="0">
            <a:schemeClr val="accent1"/>
          </a:effectRef>
          <a:fontRef idx="minor">
            <a:schemeClr val="tx1"/>
          </a:fontRef>
        </p:style>
      </p:cxnSp>
      <p:pic>
        <p:nvPicPr>
          <p:cNvPr id="8" name="Picture 7" descr="Text  Description automatically generated">
            <a:extLst>
              <a:ext uri="{FF2B5EF4-FFF2-40B4-BE49-F238E27FC236}">
                <a16:creationId xmlns:a16="http://schemas.microsoft.com/office/drawing/2014/main" id="{4B5C3D82-E702-BE2A-C612-2CB61FE360F7}"/>
              </a:ext>
            </a:extLst>
          </p:cNvPr>
          <p:cNvPicPr>
            <a:picLocks noChangeAspect="1"/>
          </p:cNvPicPr>
          <p:nvPr userDrawn="1"/>
        </p:nvPicPr>
        <p:blipFill>
          <a:blip r:embed="rId3"/>
          <a:stretch>
            <a:fillRect/>
          </a:stretch>
        </p:blipFill>
        <p:spPr>
          <a:xfrm>
            <a:off x="10309860" y="339154"/>
            <a:ext cx="1553486" cy="485273"/>
          </a:xfrm>
          <a:prstGeom prst="rect">
            <a:avLst/>
          </a:prstGeom>
        </p:spPr>
      </p:pic>
      <p:sp>
        <p:nvSpPr>
          <p:cNvPr id="9" name="Footer Placeholder 15">
            <a:extLst>
              <a:ext uri="{FF2B5EF4-FFF2-40B4-BE49-F238E27FC236}">
                <a16:creationId xmlns:a16="http://schemas.microsoft.com/office/drawing/2014/main" id="{75B2F3C1-ABC4-8C6F-2C19-1300BBDEB6FB}"/>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spTree>
    <p:custDataLst>
      <p:tags r:id="rId1"/>
    </p:custDataLst>
    <p:extLst>
      <p:ext uri="{BB962C8B-B14F-4D97-AF65-F5344CB8AC3E}">
        <p14:creationId xmlns:p14="http://schemas.microsoft.com/office/powerpoint/2010/main" val="414148507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2650" userDrawn="1">
          <p15:clr>
            <a:srgbClr val="FBAE40"/>
          </p15:clr>
        </p15:guide>
        <p15:guide id="2" pos="5030" userDrawn="1">
          <p15:clr>
            <a:srgbClr val="FBAE40"/>
          </p15:clr>
        </p15:guide>
        <p15:guide id="3" orient="horz" pos="1320" userDrawn="1">
          <p15:clr>
            <a:srgbClr val="FBAE40"/>
          </p15:clr>
        </p15:guide>
        <p15:guide id="4" orient="horz" pos="884" userDrawn="1">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Stats — Three Up (Alt)">
    <p:bg>
      <p:bgPr>
        <a:solidFill>
          <a:srgbClr val="005E60"/>
        </a:soli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chemeClr val="bg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US" dirty="0"/>
          </a:p>
        </p:txBody>
      </p:sp>
      <p:sp>
        <p:nvSpPr>
          <p:cNvPr id="12" name="Text Placeholder 10">
            <a:extLst>
              <a:ext uri="{FF2B5EF4-FFF2-40B4-BE49-F238E27FC236}">
                <a16:creationId xmlns:a16="http://schemas.microsoft.com/office/drawing/2014/main" id="{56C95D67-F3C4-3D4F-B32A-CBAC6F0CB332}"/>
              </a:ext>
            </a:extLst>
          </p:cNvPr>
          <p:cNvSpPr>
            <a:spLocks noGrp="1"/>
          </p:cNvSpPr>
          <p:nvPr>
            <p:ph type="body" sz="quarter" idx="1" hasCustomPrompt="1"/>
          </p:nvPr>
        </p:nvSpPr>
        <p:spPr>
          <a:xfrm>
            <a:off x="419100" y="1403350"/>
            <a:ext cx="3502152" cy="692150"/>
          </a:xfrm>
        </p:spPr>
        <p:txBody>
          <a:bodyPr/>
          <a:lstStyle>
            <a:lvl1pPr>
              <a:spcAft>
                <a:spcPts val="0"/>
              </a:spcAft>
              <a:defRPr b="0">
                <a:solidFill>
                  <a:schemeClr val="bg1"/>
                </a:solidFill>
                <a:latin typeface="Inter Semi Bold" panose="02000703000000020004" pitchFamily="50" charset="0"/>
                <a:ea typeface="Inter Semi Bold" panose="02000703000000020004" pitchFamily="50" charset="0"/>
                <a:cs typeface="Inter Semi Bold" panose="02000703000000020004" pitchFamily="50" charset="0"/>
              </a:defRPr>
            </a:lvl1pPr>
          </a:lstStyle>
          <a:p>
            <a:r>
              <a:t>Big number + &lt;= 6-word label each. Max 3 stats.</a:t>
            </a:r>
          </a:p>
        </p:txBody>
      </p:sp>
      <p:sp>
        <p:nvSpPr>
          <p:cNvPr id="13" name="Text Placeholder 10">
            <a:extLst>
              <a:ext uri="{FF2B5EF4-FFF2-40B4-BE49-F238E27FC236}">
                <a16:creationId xmlns:a16="http://schemas.microsoft.com/office/drawing/2014/main" id="{D582616C-16AA-D245-94C9-5BE602638B4E}"/>
              </a:ext>
            </a:extLst>
          </p:cNvPr>
          <p:cNvSpPr>
            <a:spLocks noGrp="1"/>
          </p:cNvSpPr>
          <p:nvPr>
            <p:ph type="body" sz="quarter" idx="2"/>
          </p:nvPr>
        </p:nvSpPr>
        <p:spPr>
          <a:xfrm>
            <a:off x="4206875" y="1403350"/>
            <a:ext cx="3502152" cy="692150"/>
          </a:xfrm>
        </p:spPr>
        <p:txBody>
          <a:bodyPr/>
          <a:lstStyle>
            <a:lvl1pPr>
              <a:spcAft>
                <a:spcPts val="0"/>
              </a:spcAft>
              <a:defRPr b="0">
                <a:solidFill>
                  <a:schemeClr val="bg1"/>
                </a:solidFill>
                <a:latin typeface="Inter Semi Bold" panose="02000703000000020004" pitchFamily="50" charset="0"/>
                <a:ea typeface="Inter Semi Bold" panose="02000703000000020004" pitchFamily="50" charset="0"/>
                <a:cs typeface="Inter Semi Bold" panose="02000703000000020004" pitchFamily="50" charset="0"/>
              </a:defRPr>
            </a:lvl1pPr>
          </a:lstStyle>
          <a:p>
            <a:pPr lvl="0"/>
            <a:r>
              <a:rPr lang="en-US"/>
              <a:t>Click to edit Master text styles</a:t>
            </a:r>
          </a:p>
        </p:txBody>
      </p:sp>
      <p:sp>
        <p:nvSpPr>
          <p:cNvPr id="14" name="Text Placeholder 10">
            <a:extLst>
              <a:ext uri="{FF2B5EF4-FFF2-40B4-BE49-F238E27FC236}">
                <a16:creationId xmlns:a16="http://schemas.microsoft.com/office/drawing/2014/main" id="{8A9A19A4-818C-F14A-B5DE-B0DB0C798CB7}"/>
              </a:ext>
            </a:extLst>
          </p:cNvPr>
          <p:cNvSpPr>
            <a:spLocks noGrp="1"/>
          </p:cNvSpPr>
          <p:nvPr>
            <p:ph type="body" sz="quarter" idx="3"/>
          </p:nvPr>
        </p:nvSpPr>
        <p:spPr>
          <a:xfrm>
            <a:off x="7989707" y="1403350"/>
            <a:ext cx="3502152" cy="692150"/>
          </a:xfrm>
        </p:spPr>
        <p:txBody>
          <a:bodyPr/>
          <a:lstStyle>
            <a:lvl1pPr>
              <a:spcAft>
                <a:spcPts val="0"/>
              </a:spcAft>
              <a:defRPr b="0">
                <a:solidFill>
                  <a:schemeClr val="bg1"/>
                </a:solidFill>
                <a:latin typeface="Inter Semi Bold" panose="02000703000000020004" pitchFamily="50" charset="0"/>
                <a:ea typeface="Inter Semi Bold" panose="02000703000000020004" pitchFamily="50" charset="0"/>
                <a:cs typeface="Inter Semi Bold" panose="02000703000000020004" pitchFamily="50" charset="0"/>
              </a:defRPr>
            </a:lvl1pPr>
          </a:lstStyle>
          <a:p>
            <a:pPr lvl="0"/>
            <a:r>
              <a:rPr lang="en-US"/>
              <a:t>Click to edit Master text styles</a:t>
            </a:r>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4" hasCustomPrompt="1"/>
          </p:nvPr>
        </p:nvSpPr>
        <p:spPr>
          <a:xfrm>
            <a:off x="419100" y="2095501"/>
            <a:ext cx="3502152" cy="4114798"/>
          </a:xfrm>
        </p:spPr>
        <p:txBody>
          <a:bodyPr/>
          <a:lstStyle>
            <a:lvl1pPr>
              <a:lnSpc>
                <a:spcPct val="85000"/>
              </a:lnSpc>
              <a:spcAft>
                <a:spcPts val="2400"/>
              </a:spcAft>
              <a:buClr>
                <a:srgbClr val="C8FF08"/>
              </a:buClr>
              <a:defRPr sz="7200" spc="80" baseline="0">
                <a:solidFill>
                  <a:srgbClr val="C8FF08"/>
                </a:solidFill>
                <a:latin typeface="Sons Condensed Extrabold" panose="02060906060206060203" pitchFamily="18" charset="0"/>
              </a:defRPr>
            </a:lvl1pPr>
            <a:lvl2pPr marL="0" indent="0">
              <a:buClr>
                <a:srgbClr val="C8FF08"/>
              </a:buClr>
              <a:buNone/>
              <a:defRPr>
                <a:solidFill>
                  <a:schemeClr val="bg1"/>
                </a:solidFill>
              </a:defRPr>
            </a:lvl2pPr>
            <a:lvl3pPr marL="174625" indent="-174625">
              <a:buClr>
                <a:schemeClr val="bg1"/>
              </a:buClr>
              <a:buFont typeface="Arial" panose="020B0604020202020204" pitchFamily="34" charset="0"/>
              <a:buChar char="•"/>
              <a:defRPr>
                <a:solidFill>
                  <a:schemeClr val="bg1"/>
                </a:solidFill>
              </a:defRPr>
            </a:lvl3pPr>
            <a:lvl4pPr marL="365760" indent="-182880">
              <a:buClr>
                <a:schemeClr val="bg1"/>
              </a:buClr>
              <a:buFont typeface="Arial"/>
              <a:buChar char="–"/>
              <a:defRPr>
                <a:solidFill>
                  <a:schemeClr val="bg1"/>
                </a:solidFill>
              </a:defRPr>
            </a:lvl4pPr>
            <a:lvl5pPr marL="548640">
              <a:buClr>
                <a:schemeClr val="bg1"/>
              </a:buClr>
              <a:defRPr>
                <a:solidFill>
                  <a:schemeClr val="bg1"/>
                </a:solidFill>
              </a:defRPr>
            </a:lvl5pPr>
          </a:lstStyle>
          <a:p>
            <a:pPr lvl="0"/>
            <a:r>
              <a:rPr lang="en-US" dirty="0"/>
              <a:t>##</a:t>
            </a:r>
          </a:p>
          <a:p>
            <a:pPr lvl="1"/>
            <a:r>
              <a:rPr lang="en-US" dirty="0"/>
              <a:t>Level 1 text</a:t>
            </a:r>
          </a:p>
          <a:p>
            <a:pPr lvl="2"/>
            <a:r>
              <a:rPr lang="en-US" dirty="0"/>
              <a:t>Level 2 text</a:t>
            </a:r>
          </a:p>
          <a:p>
            <a:pPr lvl="3"/>
            <a:r>
              <a:rPr lang="en-US" dirty="0"/>
              <a:t>Level 3 text</a:t>
            </a:r>
          </a:p>
          <a:p>
            <a:pPr lvl="4"/>
            <a:r>
              <a:rPr lang="en-US" dirty="0"/>
              <a:t>Level 4 text</a:t>
            </a:r>
          </a:p>
          <a:p>
            <a:pPr lvl="4"/>
            <a:endParaRPr lang="en-US" dirty="0"/>
          </a:p>
        </p:txBody>
      </p:sp>
      <p:sp>
        <p:nvSpPr>
          <p:cNvPr id="18" name="Content Placeholder 2">
            <a:extLst>
              <a:ext uri="{FF2B5EF4-FFF2-40B4-BE49-F238E27FC236}">
                <a16:creationId xmlns:a16="http://schemas.microsoft.com/office/drawing/2014/main" id="{8BB63C1B-3209-284E-B44A-E799A58B17A6}"/>
              </a:ext>
            </a:extLst>
          </p:cNvPr>
          <p:cNvSpPr>
            <a:spLocks noGrp="1"/>
          </p:cNvSpPr>
          <p:nvPr>
            <p:ph idx="5" hasCustomPrompt="1"/>
          </p:nvPr>
        </p:nvSpPr>
        <p:spPr>
          <a:xfrm>
            <a:off x="4206875" y="2095503"/>
            <a:ext cx="3502152" cy="4114798"/>
          </a:xfrm>
        </p:spPr>
        <p:txBody>
          <a:bodyPr/>
          <a:lstStyle>
            <a:lvl1pPr>
              <a:lnSpc>
                <a:spcPct val="85000"/>
              </a:lnSpc>
              <a:spcAft>
                <a:spcPts val="2400"/>
              </a:spcAft>
              <a:buClr>
                <a:srgbClr val="C8FF08"/>
              </a:buClr>
              <a:defRPr sz="7200" spc="80" baseline="0">
                <a:solidFill>
                  <a:srgbClr val="C8FF08"/>
                </a:solidFill>
                <a:latin typeface="Sons Condensed Extrabold" panose="02060906060206060203" pitchFamily="18" charset="0"/>
              </a:defRPr>
            </a:lvl1pPr>
            <a:lvl2pPr marL="0" indent="0">
              <a:buClr>
                <a:srgbClr val="C8FF08"/>
              </a:buClr>
              <a:buNone/>
              <a:defRPr>
                <a:solidFill>
                  <a:schemeClr val="bg1"/>
                </a:solidFill>
              </a:defRPr>
            </a:lvl2pPr>
            <a:lvl3pPr marL="174625" indent="-174625">
              <a:buClr>
                <a:schemeClr val="bg1"/>
              </a:buClr>
              <a:buFont typeface="Arial" panose="020B0604020202020204" pitchFamily="34" charset="0"/>
              <a:buChar char="•"/>
              <a:defRPr>
                <a:solidFill>
                  <a:schemeClr val="bg1"/>
                </a:solidFill>
              </a:defRPr>
            </a:lvl3pPr>
            <a:lvl4pPr marL="365760" indent="-182880">
              <a:buClr>
                <a:schemeClr val="bg1"/>
              </a:buClr>
              <a:buFont typeface="Arial"/>
              <a:buChar char="–"/>
              <a:defRPr>
                <a:solidFill>
                  <a:schemeClr val="bg1"/>
                </a:solidFill>
              </a:defRPr>
            </a:lvl4pPr>
            <a:lvl5pPr marL="548640">
              <a:buClr>
                <a:schemeClr val="bg1"/>
              </a:buClr>
              <a:defRPr>
                <a:solidFill>
                  <a:schemeClr val="bg1"/>
                </a:solidFill>
              </a:defRPr>
            </a:lvl5pPr>
          </a:lstStyle>
          <a:p>
            <a:pPr lvl="0"/>
            <a:r>
              <a:rPr lang="en-US" dirty="0"/>
              <a:t>##</a:t>
            </a:r>
          </a:p>
          <a:p>
            <a:pPr lvl="1"/>
            <a:r>
              <a:rPr lang="en-US" dirty="0"/>
              <a:t>Level 1 text</a:t>
            </a:r>
          </a:p>
          <a:p>
            <a:pPr lvl="2"/>
            <a:r>
              <a:rPr lang="en-US" dirty="0"/>
              <a:t>Level 2 text</a:t>
            </a:r>
          </a:p>
          <a:p>
            <a:pPr lvl="3"/>
            <a:r>
              <a:rPr lang="en-US" dirty="0"/>
              <a:t>Level 3 text</a:t>
            </a:r>
          </a:p>
          <a:p>
            <a:pPr lvl="4"/>
            <a:r>
              <a:rPr lang="en-US" dirty="0"/>
              <a:t>Level 4 text</a:t>
            </a:r>
          </a:p>
          <a:p>
            <a:pPr lvl="4"/>
            <a:endParaRPr lang="en-US" dirty="0"/>
          </a:p>
        </p:txBody>
      </p:sp>
      <p:sp>
        <p:nvSpPr>
          <p:cNvPr id="19" name="Content Placeholder 2">
            <a:extLst>
              <a:ext uri="{FF2B5EF4-FFF2-40B4-BE49-F238E27FC236}">
                <a16:creationId xmlns:a16="http://schemas.microsoft.com/office/drawing/2014/main" id="{412F81C6-976F-8E46-9726-C1199B9E693F}"/>
              </a:ext>
            </a:extLst>
          </p:cNvPr>
          <p:cNvSpPr>
            <a:spLocks noGrp="1"/>
          </p:cNvSpPr>
          <p:nvPr>
            <p:ph idx="6" hasCustomPrompt="1"/>
          </p:nvPr>
        </p:nvSpPr>
        <p:spPr>
          <a:xfrm>
            <a:off x="7985125" y="2095503"/>
            <a:ext cx="3502152" cy="4114798"/>
          </a:xfrm>
        </p:spPr>
        <p:txBody>
          <a:bodyPr/>
          <a:lstStyle>
            <a:lvl1pPr>
              <a:lnSpc>
                <a:spcPct val="85000"/>
              </a:lnSpc>
              <a:spcAft>
                <a:spcPts val="2400"/>
              </a:spcAft>
              <a:buClr>
                <a:srgbClr val="C8FF08"/>
              </a:buClr>
              <a:defRPr sz="7200" spc="80" baseline="0">
                <a:solidFill>
                  <a:srgbClr val="C8FF08"/>
                </a:solidFill>
                <a:latin typeface="Sons Condensed Extrabold" panose="02060906060206060203" pitchFamily="18" charset="0"/>
              </a:defRPr>
            </a:lvl1pPr>
            <a:lvl2pPr marL="0" indent="0">
              <a:buClr>
                <a:srgbClr val="C8FF08"/>
              </a:buClr>
              <a:buNone/>
              <a:defRPr>
                <a:solidFill>
                  <a:schemeClr val="bg1"/>
                </a:solidFill>
              </a:defRPr>
            </a:lvl2pPr>
            <a:lvl3pPr marL="174625" indent="-174625">
              <a:buClr>
                <a:schemeClr val="bg1"/>
              </a:buClr>
              <a:buFont typeface="Arial" panose="020B0604020202020204" pitchFamily="34" charset="0"/>
              <a:buChar char="•"/>
              <a:defRPr>
                <a:solidFill>
                  <a:schemeClr val="bg1"/>
                </a:solidFill>
              </a:defRPr>
            </a:lvl3pPr>
            <a:lvl4pPr marL="365760" indent="-182880">
              <a:buClr>
                <a:schemeClr val="bg1"/>
              </a:buClr>
              <a:buFont typeface="Arial"/>
              <a:buChar char="–"/>
              <a:defRPr>
                <a:solidFill>
                  <a:schemeClr val="bg1"/>
                </a:solidFill>
              </a:defRPr>
            </a:lvl4pPr>
            <a:lvl5pPr marL="548640">
              <a:buClr>
                <a:schemeClr val="bg1"/>
              </a:buClr>
              <a:defRPr>
                <a:solidFill>
                  <a:schemeClr val="bg1"/>
                </a:solidFill>
              </a:defRPr>
            </a:lvl5pPr>
          </a:lstStyle>
          <a:p>
            <a:pPr lvl="0"/>
            <a:r>
              <a:rPr lang="en-US" dirty="0"/>
              <a:t>##</a:t>
            </a:r>
          </a:p>
          <a:p>
            <a:pPr lvl="1"/>
            <a:r>
              <a:rPr lang="en-US" dirty="0"/>
              <a:t>Level 1 text</a:t>
            </a:r>
          </a:p>
          <a:p>
            <a:pPr lvl="2"/>
            <a:r>
              <a:rPr lang="en-US" dirty="0"/>
              <a:t>Level 2 text</a:t>
            </a:r>
          </a:p>
          <a:p>
            <a:pPr lvl="3"/>
            <a:r>
              <a:rPr lang="en-US" dirty="0"/>
              <a:t>Level 3 text</a:t>
            </a:r>
          </a:p>
          <a:p>
            <a:pPr lvl="4"/>
            <a:r>
              <a:rPr lang="en-US" dirty="0"/>
              <a:t>Level 4 text</a:t>
            </a:r>
          </a:p>
          <a:p>
            <a:pPr lvl="4"/>
            <a:endParaRPr lang="en-US" dirty="0"/>
          </a:p>
        </p:txBody>
      </p:sp>
      <p:cxnSp>
        <p:nvCxnSpPr>
          <p:cNvPr id="4" name="Straight Connector 3">
            <a:extLst>
              <a:ext uri="{FF2B5EF4-FFF2-40B4-BE49-F238E27FC236}">
                <a16:creationId xmlns:a16="http://schemas.microsoft.com/office/drawing/2014/main" id="{DB938AA9-AA7F-CA72-4172-840511A5C2E9}"/>
              </a:ext>
            </a:extLst>
          </p:cNvPr>
          <p:cNvCxnSpPr>
            <a:cxnSpLocks/>
          </p:cNvCxnSpPr>
          <p:nvPr userDrawn="1"/>
        </p:nvCxnSpPr>
        <p:spPr>
          <a:xfrm>
            <a:off x="4062828" y="1402915"/>
            <a:ext cx="0" cy="4807385"/>
          </a:xfrm>
          <a:prstGeom prst="line">
            <a:avLst/>
          </a:prstGeom>
          <a:ln w="19050">
            <a:solidFill>
              <a:srgbClr val="C8FF08"/>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B476105A-C9A5-9304-6A7E-4ABF0C6AAB07}"/>
              </a:ext>
            </a:extLst>
          </p:cNvPr>
          <p:cNvCxnSpPr>
            <a:cxnSpLocks/>
          </p:cNvCxnSpPr>
          <p:nvPr userDrawn="1"/>
        </p:nvCxnSpPr>
        <p:spPr>
          <a:xfrm>
            <a:off x="7848132" y="1402915"/>
            <a:ext cx="0" cy="4807385"/>
          </a:xfrm>
          <a:prstGeom prst="line">
            <a:avLst/>
          </a:prstGeom>
          <a:ln w="19050">
            <a:solidFill>
              <a:srgbClr val="C8FF08"/>
            </a:solidFill>
          </a:ln>
        </p:spPr>
        <p:style>
          <a:lnRef idx="1">
            <a:schemeClr val="accent1"/>
          </a:lnRef>
          <a:fillRef idx="0">
            <a:schemeClr val="accent1"/>
          </a:fillRef>
          <a:effectRef idx="0">
            <a:schemeClr val="accent1"/>
          </a:effectRef>
          <a:fontRef idx="minor">
            <a:schemeClr val="tx1"/>
          </a:fontRef>
        </p:style>
      </p:cxnSp>
      <p:pic>
        <p:nvPicPr>
          <p:cNvPr id="8" name="Picture 7" descr="Text  Description automatically generated">
            <a:extLst>
              <a:ext uri="{FF2B5EF4-FFF2-40B4-BE49-F238E27FC236}">
                <a16:creationId xmlns:a16="http://schemas.microsoft.com/office/drawing/2014/main" id="{0D252868-F7F1-C0A1-E4BB-8630DDD8758E}"/>
              </a:ext>
            </a:extLst>
          </p:cNvPr>
          <p:cNvPicPr>
            <a:picLocks noChangeAspect="1"/>
          </p:cNvPicPr>
          <p:nvPr userDrawn="1"/>
        </p:nvPicPr>
        <p:blipFill>
          <a:blip r:embed="rId3"/>
          <a:stretch>
            <a:fillRect/>
          </a:stretch>
        </p:blipFill>
        <p:spPr>
          <a:xfrm>
            <a:off x="10309857" y="339154"/>
            <a:ext cx="1553489" cy="485273"/>
          </a:xfrm>
          <a:prstGeom prst="rect">
            <a:avLst/>
          </a:prstGeom>
        </p:spPr>
      </p:pic>
      <p:sp>
        <p:nvSpPr>
          <p:cNvPr id="9" name="Footer Placeholder 15">
            <a:extLst>
              <a:ext uri="{FF2B5EF4-FFF2-40B4-BE49-F238E27FC236}">
                <a16:creationId xmlns:a16="http://schemas.microsoft.com/office/drawing/2014/main" id="{BF60D929-2B8A-C56B-C065-F3BDEBB412AF}"/>
              </a:ext>
            </a:extLst>
          </p:cNvPr>
          <p:cNvSpPr>
            <a:spLocks noGrp="1"/>
          </p:cNvSpPr>
          <p:nvPr>
            <p:ph type="ftr" sz="quarter" idx="4294967295"/>
          </p:nvPr>
        </p:nvSpPr>
        <p:spPr>
          <a:xfrm>
            <a:off x="419100" y="6492875"/>
            <a:ext cx="10248900" cy="244653"/>
          </a:xfrm>
        </p:spPr>
        <p:txBody>
          <a:bodyPr/>
          <a:lstStyle>
            <a:lvl1pPr>
              <a:defRPr>
                <a:solidFill>
                  <a:schemeClr val="bg1"/>
                </a:solidFill>
              </a:defRPr>
            </a:lvl1pPr>
          </a:lstStyle>
          <a:p>
            <a:pPr defTabSz="914126"/>
            <a:r>
              <a:rPr lang="en-US" sz="800" dirty="0">
                <a:ea typeface="Inter" panose="02000503000000020004" pitchFamily="2" charset="0"/>
              </a:rPr>
              <a:t>© 2026 GE Vernova and/or its affiliates. All rights reserved.</a:t>
            </a:r>
            <a:endParaRPr lang="en-US" sz="800" dirty="0"/>
          </a:p>
        </p:txBody>
      </p:sp>
    </p:spTree>
    <p:custDataLst>
      <p:tags r:id="rId1"/>
    </p:custDataLst>
    <p:extLst>
      <p:ext uri="{BB962C8B-B14F-4D97-AF65-F5344CB8AC3E}">
        <p14:creationId xmlns:p14="http://schemas.microsoft.com/office/powerpoint/2010/main" val="124907409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2650">
          <p15:clr>
            <a:srgbClr val="FBAE40"/>
          </p15:clr>
        </p15:guide>
        <p15:guide id="2" pos="5030">
          <p15:clr>
            <a:srgbClr val="FBAE40"/>
          </p15:clr>
        </p15:guide>
        <p15:guide id="3" orient="horz" pos="888" userDrawn="1">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Stats — Medium + Image">
    <p:bg>
      <p:bgPr>
        <a:solidFill>
          <a:srgbClr val="005E60"/>
        </a:soli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chemeClr val="bg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569725" cy="457020"/>
          </a:xfrm>
        </p:spPr>
        <p:txBody>
          <a:bodyPr/>
          <a:lstStyle>
            <a:lvl1pPr>
              <a:defRPr>
                <a:solidFill>
                  <a:schemeClr val="bg1"/>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560675" y="2095501"/>
            <a:ext cx="3502152" cy="4114799"/>
          </a:xfrm>
        </p:spPr>
        <p:txBody>
          <a:bodyPr/>
          <a:lstStyle>
            <a:lvl1pPr>
              <a:lnSpc>
                <a:spcPct val="85000"/>
              </a:lnSpc>
              <a:spcAft>
                <a:spcPts val="2400"/>
              </a:spcAft>
              <a:defRPr sz="9600" spc="80" baseline="0">
                <a:solidFill>
                  <a:srgbClr val="C8FF08"/>
                </a:solidFill>
                <a:latin typeface="Sons Condensed Extrabold" panose="02060906060206060203" pitchFamily="18" charset="0"/>
              </a:defRPr>
            </a:lvl1pPr>
            <a:lvl2pPr marL="0" indent="0">
              <a:buClr>
                <a:schemeClr val="bg1"/>
              </a:buClr>
              <a:buNone/>
              <a:defRPr>
                <a:solidFill>
                  <a:schemeClr val="bg1"/>
                </a:solidFill>
              </a:defRPr>
            </a:lvl2pPr>
            <a:lvl3pPr marL="174625" indent="-174625">
              <a:buClr>
                <a:schemeClr val="bg1"/>
              </a:buClr>
              <a:buFont typeface="Arial" panose="020B0604020202020204" pitchFamily="34" charset="0"/>
              <a:buChar char="•"/>
              <a:defRPr>
                <a:solidFill>
                  <a:schemeClr val="bg1"/>
                </a:solidFill>
              </a:defRPr>
            </a:lvl3pPr>
            <a:lvl4pPr marL="365760" indent="-182880">
              <a:buClr>
                <a:schemeClr val="bg1"/>
              </a:buClr>
              <a:buFont typeface="Arial"/>
              <a:buChar char="–"/>
              <a:defRPr>
                <a:solidFill>
                  <a:schemeClr val="bg1"/>
                </a:solidFill>
              </a:defRPr>
            </a:lvl4pPr>
            <a:lvl5pPr marL="548640">
              <a:buClr>
                <a:schemeClr val="bg1"/>
              </a:buClr>
              <a:defRPr>
                <a:solidFill>
                  <a:schemeClr val="bg1"/>
                </a:solidFill>
              </a:defRPr>
            </a:lvl5pPr>
          </a:lstStyle>
          <a:p>
            <a:r>
              <a:t>One number + short context line.</a:t>
            </a:r>
          </a:p>
        </p:txBody>
      </p:sp>
      <p:cxnSp>
        <p:nvCxnSpPr>
          <p:cNvPr id="8" name="Straight Connector 7">
            <a:extLst>
              <a:ext uri="{FF2B5EF4-FFF2-40B4-BE49-F238E27FC236}">
                <a16:creationId xmlns:a16="http://schemas.microsoft.com/office/drawing/2014/main" id="{361B55D1-80E8-FE17-86A3-84686B81A692}"/>
              </a:ext>
            </a:extLst>
          </p:cNvPr>
          <p:cNvCxnSpPr>
            <a:cxnSpLocks/>
          </p:cNvCxnSpPr>
          <p:nvPr userDrawn="1"/>
        </p:nvCxnSpPr>
        <p:spPr>
          <a:xfrm>
            <a:off x="419100" y="1402915"/>
            <a:ext cx="0" cy="4807385"/>
          </a:xfrm>
          <a:prstGeom prst="line">
            <a:avLst/>
          </a:prstGeom>
          <a:ln w="19050">
            <a:solidFill>
              <a:srgbClr val="C8FF08"/>
            </a:solidFill>
          </a:ln>
        </p:spPr>
        <p:style>
          <a:lnRef idx="1">
            <a:schemeClr val="accent1"/>
          </a:lnRef>
          <a:fillRef idx="0">
            <a:schemeClr val="accent1"/>
          </a:fillRef>
          <a:effectRef idx="0">
            <a:schemeClr val="accent1"/>
          </a:effectRef>
          <a:fontRef idx="minor">
            <a:schemeClr val="tx1"/>
          </a:fontRef>
        </p:style>
      </p:cxnSp>
      <p:sp>
        <p:nvSpPr>
          <p:cNvPr id="9" name="Text Placeholder 10">
            <a:extLst>
              <a:ext uri="{FF2B5EF4-FFF2-40B4-BE49-F238E27FC236}">
                <a16:creationId xmlns:a16="http://schemas.microsoft.com/office/drawing/2014/main" id="{4AFF6E11-C545-F91D-9E64-2C4D90D894F1}"/>
              </a:ext>
            </a:extLst>
          </p:cNvPr>
          <p:cNvSpPr>
            <a:spLocks noGrp="1"/>
          </p:cNvSpPr>
          <p:nvPr>
            <p:ph type="body" sz="quarter" idx="2"/>
          </p:nvPr>
        </p:nvSpPr>
        <p:spPr>
          <a:xfrm>
            <a:off x="560675" y="1403350"/>
            <a:ext cx="3502152" cy="692150"/>
          </a:xfrm>
        </p:spPr>
        <p:txBody>
          <a:bodyPr/>
          <a:lstStyle>
            <a:lvl1pPr>
              <a:spcAft>
                <a:spcPts val="0"/>
              </a:spcAft>
              <a:defRPr b="0">
                <a:solidFill>
                  <a:schemeClr val="bg1"/>
                </a:solidFill>
                <a:latin typeface="Inter Semi Bold" panose="02000703000000020004" pitchFamily="50" charset="0"/>
                <a:ea typeface="Inter Semi Bold" panose="02000703000000020004" pitchFamily="50" charset="0"/>
                <a:cs typeface="Inter Semi Bold" panose="02000703000000020004" pitchFamily="50" charset="0"/>
              </a:defRPr>
            </a:lvl1pPr>
          </a:lstStyle>
          <a:p>
            <a:pPr lvl="0"/>
            <a:r>
              <a:rPr lang="en-US"/>
              <a:t>Click to edit Master text styles</a:t>
            </a:r>
          </a:p>
        </p:txBody>
      </p:sp>
      <p:pic>
        <p:nvPicPr>
          <p:cNvPr id="4" name="Picture 3" descr="Text  Description automatically generated">
            <a:extLst>
              <a:ext uri="{FF2B5EF4-FFF2-40B4-BE49-F238E27FC236}">
                <a16:creationId xmlns:a16="http://schemas.microsoft.com/office/drawing/2014/main" id="{CC81F1F2-00A2-8A73-11A9-FF59CE240F80}"/>
              </a:ext>
            </a:extLst>
          </p:cNvPr>
          <p:cNvPicPr>
            <a:picLocks noChangeAspect="1"/>
          </p:cNvPicPr>
          <p:nvPr userDrawn="1"/>
        </p:nvPicPr>
        <p:blipFill>
          <a:blip r:embed="rId3"/>
          <a:stretch>
            <a:fillRect/>
          </a:stretch>
        </p:blipFill>
        <p:spPr>
          <a:xfrm>
            <a:off x="10309857" y="339154"/>
            <a:ext cx="1553489" cy="485273"/>
          </a:xfrm>
          <a:prstGeom prst="rect">
            <a:avLst/>
          </a:prstGeom>
        </p:spPr>
      </p:pic>
      <p:sp>
        <p:nvSpPr>
          <p:cNvPr id="10" name="Picture Placeholder 6">
            <a:extLst>
              <a:ext uri="{FF2B5EF4-FFF2-40B4-BE49-F238E27FC236}">
                <a16:creationId xmlns:a16="http://schemas.microsoft.com/office/drawing/2014/main" id="{71A28561-E9BE-F7BE-7CA1-61B13B003AE0}"/>
              </a:ext>
            </a:extLst>
          </p:cNvPr>
          <p:cNvSpPr>
            <a:spLocks noGrp="1"/>
          </p:cNvSpPr>
          <p:nvPr>
            <p:ph type="pic" sz="quarter" idx="13"/>
          </p:nvPr>
        </p:nvSpPr>
        <p:spPr>
          <a:xfrm>
            <a:off x="4409575" y="1403350"/>
            <a:ext cx="7363326" cy="4806950"/>
          </a:xfrm>
          <a:solidFill>
            <a:schemeClr val="accent3"/>
          </a:solidFill>
        </p:spPr>
        <p:txBody>
          <a:bodyPr/>
          <a:lstStyle>
            <a:lvl1pPr>
              <a:defRPr>
                <a:solidFill>
                  <a:schemeClr val="tx2"/>
                </a:solidFill>
              </a:defRPr>
            </a:lvl1pPr>
          </a:lstStyle>
          <a:p>
            <a:r>
              <a:rPr lang="en-US"/>
              <a:t>Click icon to add picture</a:t>
            </a:r>
            <a:endParaRPr lang="en-US" dirty="0"/>
          </a:p>
        </p:txBody>
      </p:sp>
      <p:sp>
        <p:nvSpPr>
          <p:cNvPr id="7" name="Footer Placeholder 15">
            <a:extLst>
              <a:ext uri="{FF2B5EF4-FFF2-40B4-BE49-F238E27FC236}">
                <a16:creationId xmlns:a16="http://schemas.microsoft.com/office/drawing/2014/main" id="{A878362A-0DD8-8964-3726-126DE717BA9D}"/>
              </a:ext>
            </a:extLst>
          </p:cNvPr>
          <p:cNvSpPr>
            <a:spLocks noGrp="1"/>
          </p:cNvSpPr>
          <p:nvPr>
            <p:ph type="ftr" sz="quarter" idx="4294967295"/>
          </p:nvPr>
        </p:nvSpPr>
        <p:spPr>
          <a:xfrm>
            <a:off x="419100" y="6492875"/>
            <a:ext cx="10248900" cy="244653"/>
          </a:xfrm>
        </p:spPr>
        <p:txBody>
          <a:bodyPr/>
          <a:lstStyle>
            <a:lvl1pPr>
              <a:defRPr>
                <a:solidFill>
                  <a:schemeClr val="bg1"/>
                </a:solidFill>
              </a:defRPr>
            </a:lvl1pPr>
          </a:lstStyle>
          <a:p>
            <a:pPr defTabSz="914126"/>
            <a:r>
              <a:rPr lang="en-US" sz="800" dirty="0">
                <a:ea typeface="Inter" panose="02000503000000020004" pitchFamily="2" charset="0"/>
              </a:rPr>
              <a:t>© 2026 GE Vernova and/or its affiliates. All rights reserved.</a:t>
            </a:r>
            <a:endParaRPr lang="en-US" sz="800" dirty="0"/>
          </a:p>
        </p:txBody>
      </p:sp>
    </p:spTree>
    <p:custDataLst>
      <p:tags r:id="rId1"/>
    </p:custDataLst>
    <p:extLst>
      <p:ext uri="{BB962C8B-B14F-4D97-AF65-F5344CB8AC3E}">
        <p14:creationId xmlns:p14="http://schemas.microsoft.com/office/powerpoint/2010/main" val="141622570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4" orient="horz" pos="884" userDrawn="1">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Stats — Medium + Image (Alt)">
    <p:bg>
      <p:bgPr>
        <a:solidFill>
          <a:schemeClr val="bg1"/>
        </a:soli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321247" cy="457020"/>
          </a:xfrm>
        </p:spPr>
        <p:txBody>
          <a:bodyPr/>
          <a:lstStyle>
            <a:lvl1pPr>
              <a:defRPr>
                <a:solidFill>
                  <a:srgbClr val="005E60"/>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560675" y="2095501"/>
            <a:ext cx="3502152" cy="4114799"/>
          </a:xfrm>
        </p:spPr>
        <p:txBody>
          <a:bodyPr/>
          <a:lstStyle>
            <a:lvl1pPr>
              <a:lnSpc>
                <a:spcPct val="85000"/>
              </a:lnSpc>
              <a:spcAft>
                <a:spcPts val="2400"/>
              </a:spcAft>
              <a:buClr>
                <a:srgbClr val="212121"/>
              </a:buClr>
              <a:defRPr sz="9600" spc="80" baseline="0">
                <a:solidFill>
                  <a:srgbClr val="005E60"/>
                </a:solidFill>
                <a:latin typeface="Sons Condensed Extrabold" panose="02060906060206060203" pitchFamily="18" charset="0"/>
              </a:defRPr>
            </a:lvl1pPr>
            <a:lvl2pPr marL="0" indent="0">
              <a:buClr>
                <a:srgbClr val="212121"/>
              </a:buClr>
              <a:buNone/>
              <a:defRPr>
                <a:solidFill>
                  <a:srgbClr val="212121"/>
                </a:solidFill>
              </a:defRPr>
            </a:lvl2pPr>
            <a:lvl3pPr marL="174625" indent="-174625">
              <a:buClr>
                <a:srgbClr val="212121"/>
              </a:buClr>
              <a:buFont typeface="Arial" panose="020B0604020202020204" pitchFamily="34" charset="0"/>
              <a:buChar char="•"/>
              <a:defRPr>
                <a:solidFill>
                  <a:srgbClr val="212121"/>
                </a:solidFill>
              </a:defRPr>
            </a:lvl3pPr>
            <a:lvl4pPr marL="365760" indent="-182880">
              <a:buClr>
                <a:srgbClr val="212121"/>
              </a:buClr>
              <a:buFont typeface="Arial"/>
              <a:buChar char="–"/>
              <a:defRPr>
                <a:solidFill>
                  <a:srgbClr val="212121"/>
                </a:solidFill>
              </a:defRPr>
            </a:lvl4pPr>
            <a:lvl5pPr marL="548640">
              <a:buClr>
                <a:srgbClr val="212121"/>
              </a:buClr>
              <a:defRPr>
                <a:solidFill>
                  <a:srgbClr val="212121"/>
                </a:solidFill>
              </a:defRPr>
            </a:lvl5pPr>
          </a:lstStyle>
          <a:p>
            <a:r>
              <a:t>One number + short context line.</a:t>
            </a:r>
          </a:p>
        </p:txBody>
      </p:sp>
      <p:cxnSp>
        <p:nvCxnSpPr>
          <p:cNvPr id="8" name="Straight Connector 7">
            <a:extLst>
              <a:ext uri="{FF2B5EF4-FFF2-40B4-BE49-F238E27FC236}">
                <a16:creationId xmlns:a16="http://schemas.microsoft.com/office/drawing/2014/main" id="{361B55D1-80E8-FE17-86A3-84686B81A692}"/>
              </a:ext>
            </a:extLst>
          </p:cNvPr>
          <p:cNvCxnSpPr>
            <a:cxnSpLocks/>
          </p:cNvCxnSpPr>
          <p:nvPr userDrawn="1"/>
        </p:nvCxnSpPr>
        <p:spPr>
          <a:xfrm>
            <a:off x="419100" y="1402915"/>
            <a:ext cx="0" cy="4807385"/>
          </a:xfrm>
          <a:prstGeom prst="line">
            <a:avLst/>
          </a:prstGeom>
          <a:ln w="19050">
            <a:solidFill>
              <a:srgbClr val="005E60"/>
            </a:solidFill>
          </a:ln>
        </p:spPr>
        <p:style>
          <a:lnRef idx="1">
            <a:schemeClr val="accent1"/>
          </a:lnRef>
          <a:fillRef idx="0">
            <a:schemeClr val="accent1"/>
          </a:fillRef>
          <a:effectRef idx="0">
            <a:schemeClr val="accent1"/>
          </a:effectRef>
          <a:fontRef idx="minor">
            <a:schemeClr val="tx1"/>
          </a:fontRef>
        </p:style>
      </p:cxnSp>
      <p:sp>
        <p:nvSpPr>
          <p:cNvPr id="9" name="Text Placeholder 10">
            <a:extLst>
              <a:ext uri="{FF2B5EF4-FFF2-40B4-BE49-F238E27FC236}">
                <a16:creationId xmlns:a16="http://schemas.microsoft.com/office/drawing/2014/main" id="{4AFF6E11-C545-F91D-9E64-2C4D90D894F1}"/>
              </a:ext>
            </a:extLst>
          </p:cNvPr>
          <p:cNvSpPr>
            <a:spLocks noGrp="1"/>
          </p:cNvSpPr>
          <p:nvPr>
            <p:ph type="body" sz="quarter" idx="2"/>
          </p:nvPr>
        </p:nvSpPr>
        <p:spPr>
          <a:xfrm>
            <a:off x="560675" y="1403350"/>
            <a:ext cx="3502152" cy="692150"/>
          </a:xfrm>
        </p:spPr>
        <p:txBody>
          <a:bodyPr/>
          <a:lstStyle>
            <a:lvl1pPr>
              <a:spcAft>
                <a:spcPts val="0"/>
              </a:spcAft>
              <a:defRPr b="0">
                <a:solidFill>
                  <a:srgbClr val="212121"/>
                </a:solidFill>
                <a:latin typeface="Inter Semi Bold" panose="02000703000000020004" pitchFamily="50" charset="0"/>
                <a:ea typeface="Inter Semi Bold" panose="02000703000000020004" pitchFamily="50" charset="0"/>
                <a:cs typeface="Inter Semi Bold" panose="02000703000000020004" pitchFamily="50" charset="0"/>
              </a:defRPr>
            </a:lvl1pPr>
          </a:lstStyle>
          <a:p>
            <a:pPr lvl="0"/>
            <a:r>
              <a:rPr lang="en-US"/>
              <a:t>Click to edit Master text styles</a:t>
            </a:r>
          </a:p>
        </p:txBody>
      </p:sp>
      <p:pic>
        <p:nvPicPr>
          <p:cNvPr id="7" name="Picture 6" descr="Text  Description automatically generated">
            <a:extLst>
              <a:ext uri="{FF2B5EF4-FFF2-40B4-BE49-F238E27FC236}">
                <a16:creationId xmlns:a16="http://schemas.microsoft.com/office/drawing/2014/main" id="{AAF6CB12-6043-6858-0E99-4D0C63CFABAD}"/>
              </a:ext>
            </a:extLst>
          </p:cNvPr>
          <p:cNvPicPr>
            <a:picLocks noChangeAspect="1"/>
          </p:cNvPicPr>
          <p:nvPr userDrawn="1"/>
        </p:nvPicPr>
        <p:blipFill>
          <a:blip r:embed="rId3"/>
          <a:stretch>
            <a:fillRect/>
          </a:stretch>
        </p:blipFill>
        <p:spPr>
          <a:xfrm>
            <a:off x="10309860" y="339154"/>
            <a:ext cx="1553486" cy="485273"/>
          </a:xfrm>
          <a:prstGeom prst="rect">
            <a:avLst/>
          </a:prstGeom>
        </p:spPr>
      </p:pic>
      <p:sp>
        <p:nvSpPr>
          <p:cNvPr id="11" name="Picture Placeholder 6">
            <a:extLst>
              <a:ext uri="{FF2B5EF4-FFF2-40B4-BE49-F238E27FC236}">
                <a16:creationId xmlns:a16="http://schemas.microsoft.com/office/drawing/2014/main" id="{D31B6C8E-F2DD-F24A-E739-15C9300FE423}"/>
              </a:ext>
            </a:extLst>
          </p:cNvPr>
          <p:cNvSpPr>
            <a:spLocks noGrp="1"/>
          </p:cNvSpPr>
          <p:nvPr>
            <p:ph type="pic" sz="quarter" idx="13"/>
          </p:nvPr>
        </p:nvSpPr>
        <p:spPr>
          <a:xfrm>
            <a:off x="4409575" y="1403350"/>
            <a:ext cx="7363326" cy="4806950"/>
          </a:xfrm>
          <a:solidFill>
            <a:schemeClr val="accent3"/>
          </a:solidFill>
        </p:spPr>
        <p:txBody>
          <a:bodyPr/>
          <a:lstStyle>
            <a:lvl1pPr>
              <a:defRPr>
                <a:solidFill>
                  <a:schemeClr val="tx2"/>
                </a:solidFill>
              </a:defRPr>
            </a:lvl1pPr>
          </a:lstStyle>
          <a:p>
            <a:r>
              <a:rPr lang="en-US"/>
              <a:t>Click icon to add picture</a:t>
            </a:r>
            <a:endParaRPr lang="en-US" dirty="0"/>
          </a:p>
        </p:txBody>
      </p:sp>
      <p:sp>
        <p:nvSpPr>
          <p:cNvPr id="4" name="Footer Placeholder 15">
            <a:extLst>
              <a:ext uri="{FF2B5EF4-FFF2-40B4-BE49-F238E27FC236}">
                <a16:creationId xmlns:a16="http://schemas.microsoft.com/office/drawing/2014/main" id="{6AE0E5DA-5A63-7DD1-6A29-E797D98A2086}"/>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spTree>
    <p:custDataLst>
      <p:tags r:id="rId1"/>
    </p:custDataLst>
    <p:extLst>
      <p:ext uri="{BB962C8B-B14F-4D97-AF65-F5344CB8AC3E}">
        <p14:creationId xmlns:p14="http://schemas.microsoft.com/office/powerpoint/2010/main" val="226070892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4" orient="horz" pos="884">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Stats — Large Single">
    <p:bg>
      <p:bgPr>
        <a:solidFill>
          <a:schemeClr val="bg1"/>
        </a:solidFill>
        <a:effectLst/>
      </p:bgPr>
    </p:bg>
    <p:spTree>
      <p:nvGrpSpPr>
        <p:cNvPr id="1" name=""/>
        <p:cNvGrpSpPr/>
        <p:nvPr/>
      </p:nvGrpSpPr>
      <p:grpSpPr>
        <a:xfrm>
          <a:off x="0" y="0"/>
          <a:ext cx="0" cy="0"/>
          <a:chOff x="0" y="0"/>
          <a:chExt cx="0" cy="0"/>
        </a:xfrm>
      </p:grpSpPr>
      <p:sp>
        <p:nvSpPr>
          <p:cNvPr id="4" name="Text Placeholder 4">
            <a:extLst>
              <a:ext uri="{FF2B5EF4-FFF2-40B4-BE49-F238E27FC236}">
                <a16:creationId xmlns:a16="http://schemas.microsoft.com/office/drawing/2014/main" id="{AABF08DC-CB35-0F04-05DA-1827B5142E52}"/>
              </a:ext>
            </a:extLst>
          </p:cNvPr>
          <p:cNvSpPr>
            <a:spLocks noGrp="1"/>
          </p:cNvSpPr>
          <p:nvPr>
            <p:ph type="body" sz="quarter" idx="1" hasCustomPrompt="1"/>
          </p:nvPr>
        </p:nvSpPr>
        <p:spPr>
          <a:xfrm>
            <a:off x="429039" y="1983260"/>
            <a:ext cx="11353800" cy="4033608"/>
          </a:xfrm>
        </p:spPr>
        <p:txBody>
          <a:bodyPr anchor="t"/>
          <a:lstStyle>
            <a:lvl1pPr>
              <a:lnSpc>
                <a:spcPts val="40000"/>
              </a:lnSpc>
              <a:spcAft>
                <a:spcPts val="0"/>
              </a:spcAft>
              <a:defRPr sz="49600" spc="80" baseline="0">
                <a:solidFill>
                  <a:schemeClr val="bg2"/>
                </a:solidFill>
                <a:latin typeface="Sons Condensed Extrabold" panose="02060906060206060203" pitchFamily="18" charset="0"/>
              </a:defRPr>
            </a:lvl1pPr>
          </a:lstStyle>
          <a:p>
            <a:r>
              <a:t>Single big number + &lt;= 6-word label.</a:t>
            </a:r>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529970" cy="457020"/>
          </a:xfrm>
        </p:spPr>
        <p:txBody>
          <a:bodyPr/>
          <a:lstStyle>
            <a:lvl1pPr>
              <a:defRPr>
                <a:solidFill>
                  <a:schemeClr val="tx1"/>
                </a:solidFill>
              </a:defRPr>
            </a:lvl1pPr>
          </a:lstStyle>
          <a:p>
            <a:r>
              <a:rPr lang="en-US"/>
              <a:t>Click to edit Master title style</a:t>
            </a:r>
            <a:endParaRPr lang="en-US" dirty="0"/>
          </a:p>
        </p:txBody>
      </p:sp>
      <p:pic>
        <p:nvPicPr>
          <p:cNvPr id="3" name="Picture 2" descr="Text  Description automatically generated">
            <a:extLst>
              <a:ext uri="{FF2B5EF4-FFF2-40B4-BE49-F238E27FC236}">
                <a16:creationId xmlns:a16="http://schemas.microsoft.com/office/drawing/2014/main" id="{1814A848-6923-A1BC-E08A-7728C5A4BCCD}"/>
              </a:ext>
            </a:extLst>
          </p:cNvPr>
          <p:cNvPicPr>
            <a:picLocks noChangeAspect="1"/>
          </p:cNvPicPr>
          <p:nvPr userDrawn="1"/>
        </p:nvPicPr>
        <p:blipFill>
          <a:blip r:embed="rId3"/>
          <a:stretch>
            <a:fillRect/>
          </a:stretch>
        </p:blipFill>
        <p:spPr>
          <a:xfrm>
            <a:off x="10309860" y="339154"/>
            <a:ext cx="1553486" cy="485273"/>
          </a:xfrm>
          <a:prstGeom prst="rect">
            <a:avLst/>
          </a:prstGeom>
        </p:spPr>
      </p:pic>
      <p:sp>
        <p:nvSpPr>
          <p:cNvPr id="7" name="Footer Placeholder 15">
            <a:extLst>
              <a:ext uri="{FF2B5EF4-FFF2-40B4-BE49-F238E27FC236}">
                <a16:creationId xmlns:a16="http://schemas.microsoft.com/office/drawing/2014/main" id="{445502A3-B17A-C791-33DE-86438C0F5F09}"/>
              </a:ext>
            </a:extLst>
          </p:cNvPr>
          <p:cNvSpPr>
            <a:spLocks noGrp="1"/>
          </p:cNvSpPr>
          <p:nvPr>
            <p:ph type="ftr" sz="quarter" idx="1"/>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spTree>
    <p:custDataLst>
      <p:tags r:id="rId1"/>
    </p:custDataLst>
    <p:extLst>
      <p:ext uri="{BB962C8B-B14F-4D97-AF65-F5344CB8AC3E}">
        <p14:creationId xmlns:p14="http://schemas.microsoft.com/office/powerpoint/2010/main" val="342000664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4" orient="horz" pos="884">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Stats — Large Single (Alt)">
    <p:bg>
      <p:bgPr>
        <a:solidFill>
          <a:schemeClr val="tx1"/>
        </a:soli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chemeClr val="bg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569726" cy="457020"/>
          </a:xfrm>
          <a:noFill/>
        </p:spPr>
        <p:txBody>
          <a:bodyPr/>
          <a:lstStyle>
            <a:lvl1pPr>
              <a:defRPr>
                <a:solidFill>
                  <a:schemeClr val="bg1"/>
                </a:solidFill>
              </a:defRPr>
            </a:lvl1pPr>
          </a:lstStyle>
          <a:p>
            <a:r>
              <a:rPr lang="en-US"/>
              <a:t>Click to edit Master title style</a:t>
            </a:r>
            <a:endParaRPr lang="en-US" dirty="0"/>
          </a:p>
        </p:txBody>
      </p:sp>
      <p:pic>
        <p:nvPicPr>
          <p:cNvPr id="7" name="Picture 6" descr="Text  Description automatically generated">
            <a:extLst>
              <a:ext uri="{FF2B5EF4-FFF2-40B4-BE49-F238E27FC236}">
                <a16:creationId xmlns:a16="http://schemas.microsoft.com/office/drawing/2014/main" id="{60FA68EB-1DE5-F3BC-29A5-0AAC8831E29A}"/>
              </a:ext>
            </a:extLst>
          </p:cNvPr>
          <p:cNvPicPr>
            <a:picLocks noChangeAspect="1"/>
          </p:cNvPicPr>
          <p:nvPr userDrawn="1"/>
        </p:nvPicPr>
        <p:blipFill>
          <a:blip r:embed="rId3"/>
          <a:stretch>
            <a:fillRect/>
          </a:stretch>
        </p:blipFill>
        <p:spPr>
          <a:xfrm>
            <a:off x="10309857" y="339154"/>
            <a:ext cx="1553489" cy="485273"/>
          </a:xfrm>
          <a:prstGeom prst="rect">
            <a:avLst/>
          </a:prstGeom>
        </p:spPr>
      </p:pic>
      <p:sp>
        <p:nvSpPr>
          <p:cNvPr id="3" name="Text Placeholder 4">
            <a:extLst>
              <a:ext uri="{FF2B5EF4-FFF2-40B4-BE49-F238E27FC236}">
                <a16:creationId xmlns:a16="http://schemas.microsoft.com/office/drawing/2014/main" id="{8005F10C-0E79-4A3F-86CA-73848D7D1732}"/>
              </a:ext>
            </a:extLst>
          </p:cNvPr>
          <p:cNvSpPr>
            <a:spLocks noGrp="1"/>
          </p:cNvSpPr>
          <p:nvPr>
            <p:ph type="body" sz="quarter" idx="1" hasCustomPrompt="1"/>
          </p:nvPr>
        </p:nvSpPr>
        <p:spPr>
          <a:xfrm>
            <a:off x="429039" y="2405291"/>
            <a:ext cx="11353800" cy="4033608"/>
          </a:xfrm>
        </p:spPr>
        <p:txBody>
          <a:bodyPr anchor="t"/>
          <a:lstStyle>
            <a:lvl1pPr>
              <a:lnSpc>
                <a:spcPts val="40000"/>
              </a:lnSpc>
              <a:spcAft>
                <a:spcPts val="0"/>
              </a:spcAft>
              <a:defRPr sz="49600" spc="80" baseline="0">
                <a:solidFill>
                  <a:schemeClr val="bg2"/>
                </a:solidFill>
                <a:latin typeface="Sons Condensed Extrabold" panose="02060906060206060203" pitchFamily="18" charset="0"/>
              </a:defRPr>
            </a:lvl1pPr>
          </a:lstStyle>
          <a:p>
            <a:r>
              <a:t>Single big number + &lt;= 6-word label.</a:t>
            </a:r>
          </a:p>
        </p:txBody>
      </p:sp>
      <p:sp>
        <p:nvSpPr>
          <p:cNvPr id="4" name="Footer Placeholder 15">
            <a:extLst>
              <a:ext uri="{FF2B5EF4-FFF2-40B4-BE49-F238E27FC236}">
                <a16:creationId xmlns:a16="http://schemas.microsoft.com/office/drawing/2014/main" id="{D95993A9-6EF4-EA6D-DD7C-0056E139CA63}"/>
              </a:ext>
            </a:extLst>
          </p:cNvPr>
          <p:cNvSpPr>
            <a:spLocks noGrp="1"/>
          </p:cNvSpPr>
          <p:nvPr>
            <p:ph type="ftr" sz="quarter" idx="1"/>
          </p:nvPr>
        </p:nvSpPr>
        <p:spPr>
          <a:xfrm>
            <a:off x="419100" y="6492875"/>
            <a:ext cx="10248900" cy="244653"/>
          </a:xfrm>
        </p:spPr>
        <p:txBody>
          <a:bodyPr/>
          <a:lstStyle>
            <a:lvl1pPr>
              <a:defRPr>
                <a:solidFill>
                  <a:schemeClr val="bg1"/>
                </a:solidFill>
              </a:defRPr>
            </a:lvl1pPr>
          </a:lstStyle>
          <a:p>
            <a:pPr defTabSz="914126"/>
            <a:r>
              <a:rPr lang="en-US" sz="800" dirty="0">
                <a:ea typeface="Inter" panose="02000503000000020004" pitchFamily="2" charset="0"/>
              </a:rPr>
              <a:t>© 2026 GE Vernova and/or its affiliates. All rights reserved.</a:t>
            </a:r>
            <a:endParaRPr lang="en-US" sz="800" dirty="0"/>
          </a:p>
        </p:txBody>
      </p:sp>
    </p:spTree>
    <p:custDataLst>
      <p:tags r:id="rId1"/>
    </p:custDataLst>
    <p:extLst>
      <p:ext uri="{BB962C8B-B14F-4D97-AF65-F5344CB8AC3E}">
        <p14:creationId xmlns:p14="http://schemas.microsoft.com/office/powerpoint/2010/main" val="227624679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3" orient="horz" pos="1320">
          <p15:clr>
            <a:srgbClr val="FBAE40"/>
          </p15:clr>
        </p15:guide>
        <p15:guide id="4" orient="horz" pos="884">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type="blank" preserve="1">
  <p:cSld name="Closing — Sign-off">
    <p:bg>
      <p:bgRef idx="1001">
        <a:schemeClr val="bg1"/>
      </p:bgRef>
    </p:bg>
    <p:spTree>
      <p:nvGrpSpPr>
        <p:cNvPr id="1" name=""/>
        <p:cNvGrpSpPr/>
        <p:nvPr/>
      </p:nvGrpSpPr>
      <p:grpSpPr>
        <a:xfrm>
          <a:off x="0" y="0"/>
          <a:ext cx="0" cy="0"/>
          <a:chOff x="0" y="0"/>
          <a:chExt cx="0" cy="0"/>
        </a:xfrm>
      </p:grpSpPr>
      <p:pic>
        <p:nvPicPr>
          <p:cNvPr id="3" name="Picture 2" descr="Text  Description automatically generated">
            <a:extLst>
              <a:ext uri="{FF2B5EF4-FFF2-40B4-BE49-F238E27FC236}">
                <a16:creationId xmlns:a16="http://schemas.microsoft.com/office/drawing/2014/main" id="{A7A56CA2-D329-EF33-C456-27ECDB40249C}"/>
              </a:ext>
            </a:extLst>
          </p:cNvPr>
          <p:cNvPicPr>
            <a:picLocks noChangeAspect="1"/>
          </p:cNvPicPr>
          <p:nvPr userDrawn="1"/>
        </p:nvPicPr>
        <p:blipFill>
          <a:blip r:embed="rId3"/>
          <a:stretch>
            <a:fillRect/>
          </a:stretch>
        </p:blipFill>
        <p:spPr>
          <a:xfrm>
            <a:off x="2598420" y="2336437"/>
            <a:ext cx="6995160" cy="2185127"/>
          </a:xfrm>
          <a:prstGeom prst="rect">
            <a:avLst/>
          </a:prstGeom>
        </p:spPr>
      </p:pic>
    </p:spTree>
    <p:custDataLst>
      <p:tags r:id="rId1"/>
    </p:custDataLst>
    <p:extLst>
      <p:ext uri="{BB962C8B-B14F-4D97-AF65-F5344CB8AC3E}">
        <p14:creationId xmlns:p14="http://schemas.microsoft.com/office/powerpoint/2010/main" val="18488212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type="blank" preserve="1">
  <p:cSld name="Closing — Sign-off (Alt)">
    <p:bg>
      <p:bgPr>
        <a:solidFill>
          <a:srgbClr val="005E60"/>
        </a:solidFill>
        <a:effectLst/>
      </p:bgPr>
    </p:bg>
    <p:spTree>
      <p:nvGrpSpPr>
        <p:cNvPr id="1" name=""/>
        <p:cNvGrpSpPr/>
        <p:nvPr/>
      </p:nvGrpSpPr>
      <p:grpSpPr>
        <a:xfrm>
          <a:off x="0" y="0"/>
          <a:ext cx="0" cy="0"/>
          <a:chOff x="0" y="0"/>
          <a:chExt cx="0" cy="0"/>
        </a:xfrm>
      </p:grpSpPr>
      <p:pic>
        <p:nvPicPr>
          <p:cNvPr id="2" name="Picture 1" descr="Text  Description automatically generated">
            <a:extLst>
              <a:ext uri="{FF2B5EF4-FFF2-40B4-BE49-F238E27FC236}">
                <a16:creationId xmlns:a16="http://schemas.microsoft.com/office/drawing/2014/main" id="{F9CD72FB-B974-3D99-2541-287114550180}"/>
              </a:ext>
            </a:extLst>
          </p:cNvPr>
          <p:cNvPicPr>
            <a:picLocks noChangeAspect="1"/>
          </p:cNvPicPr>
          <p:nvPr userDrawn="1"/>
        </p:nvPicPr>
        <p:blipFill>
          <a:blip r:embed="rId3"/>
          <a:stretch>
            <a:fillRect/>
          </a:stretch>
        </p:blipFill>
        <p:spPr>
          <a:xfrm>
            <a:off x="2598420" y="2336437"/>
            <a:ext cx="6995161" cy="2185127"/>
          </a:xfrm>
          <a:prstGeom prst="rect">
            <a:avLst/>
          </a:prstGeom>
        </p:spPr>
      </p:pic>
    </p:spTree>
    <p:custDataLst>
      <p:tags r:id="rId1"/>
    </p:custDataLst>
    <p:extLst>
      <p:ext uri="{BB962C8B-B14F-4D97-AF65-F5344CB8AC3E}">
        <p14:creationId xmlns:p14="http://schemas.microsoft.com/office/powerpoint/2010/main" val="325759493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type="obj" preserve="1">
  <p:cSld name="Prompt — Structure (Context / Task / Output)">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p>
            <a:fld id="{7A7A97EF-C944-4447-B862-B593E9B4A0FF}" type="slidenum">
              <a:r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682432" cy="457020"/>
          </a:xfrm>
        </p:spPr>
        <p:txBody>
          <a:bodyPr/>
          <a:lstStyle>
            <a:lvl1pPr>
              <a:defRPr>
                <a:solidFill>
                  <a:schemeClr val="tx1"/>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1403350"/>
            <a:ext cx="3502152" cy="4806950"/>
          </a:xfrm>
          <a:solidFill>
            <a:srgbClr val="E3E3E3"/>
          </a:solidFill>
        </p:spPr>
        <p:txBody>
          <a:bodyPr lIns="182880" tIns="182880" rIns="182880" bIns="182880"/>
          <a:lstStyle>
            <a:lvl2pPr marL="174625" indent="-174625">
              <a:buClrTx/>
              <a:buFont typeface="Arial" panose="020B0604020202020204" pitchFamily="34" charset="0"/>
              <a:buChar char="•"/>
              <a:defRPr/>
            </a:lvl2pPr>
            <a:lvl3pPr>
              <a:buClrTx/>
              <a:defRPr/>
            </a:lvl3pPr>
            <a:lvl4pPr>
              <a:buClrTx/>
              <a:defRPr/>
            </a:lvl4pPr>
          </a:lstStyle>
          <a:p>
            <a:r>
              <a:t>CONTEXT — background the model needs. &lt;= 3 lines.</a:t>
            </a:r>
          </a:p>
        </p:txBody>
      </p:sp>
      <p:sp>
        <p:nvSpPr>
          <p:cNvPr id="7" name="Content Placeholder 2">
            <a:extLst>
              <a:ext uri="{FF2B5EF4-FFF2-40B4-BE49-F238E27FC236}">
                <a16:creationId xmlns:a16="http://schemas.microsoft.com/office/drawing/2014/main" id="{F48D7D23-A4AE-A948-B404-C89F45ED35B7}"/>
              </a:ext>
            </a:extLst>
          </p:cNvPr>
          <p:cNvSpPr>
            <a:spLocks noGrp="1"/>
          </p:cNvSpPr>
          <p:nvPr>
            <p:ph idx="2" hasCustomPrompt="1"/>
          </p:nvPr>
        </p:nvSpPr>
        <p:spPr>
          <a:xfrm>
            <a:off x="4206539" y="1403351"/>
            <a:ext cx="3502152" cy="4806950"/>
          </a:xfrm>
          <a:solidFill>
            <a:srgbClr val="E3E3E3"/>
          </a:solidFill>
        </p:spPr>
        <p:txBody>
          <a:bodyPr lIns="182880" tIns="182880" rIns="182880" bIns="182880"/>
          <a:lstStyle>
            <a:lvl2pPr marL="174625" indent="-174625">
              <a:buClrTx/>
              <a:buFont typeface="Arial" panose="020B0604020202020204" pitchFamily="34" charset="0"/>
              <a:buChar char="•"/>
              <a:defRPr/>
            </a:lvl2pPr>
            <a:lvl3pPr>
              <a:buClrTx/>
              <a:defRPr/>
            </a:lvl3pPr>
            <a:lvl4pPr>
              <a:buClrTx/>
              <a:defRPr/>
            </a:lvl4pPr>
          </a:lstStyle>
          <a:p>
            <a:r>
              <a:t>TASK — the single instruction. Be specific.</a:t>
            </a:r>
          </a:p>
        </p:txBody>
      </p:sp>
      <p:sp>
        <p:nvSpPr>
          <p:cNvPr id="8" name="Content Placeholder 2">
            <a:extLst>
              <a:ext uri="{FF2B5EF4-FFF2-40B4-BE49-F238E27FC236}">
                <a16:creationId xmlns:a16="http://schemas.microsoft.com/office/drawing/2014/main" id="{5C934C23-704D-AE40-866D-BF6B0DCFEA7C}"/>
              </a:ext>
            </a:extLst>
          </p:cNvPr>
          <p:cNvSpPr>
            <a:spLocks noGrp="1"/>
          </p:cNvSpPr>
          <p:nvPr>
            <p:ph idx="3" hasCustomPrompt="1"/>
          </p:nvPr>
        </p:nvSpPr>
        <p:spPr>
          <a:xfrm>
            <a:off x="7989707" y="1403351"/>
            <a:ext cx="3502152" cy="4806950"/>
          </a:xfrm>
          <a:solidFill>
            <a:srgbClr val="E3E3E3"/>
          </a:solidFill>
        </p:spPr>
        <p:txBody>
          <a:bodyPr lIns="182880" tIns="182880" rIns="182880" bIns="182880"/>
          <a:lstStyle>
            <a:lvl2pPr marL="174625" indent="-174625">
              <a:buClrTx/>
              <a:buFont typeface="Arial" panose="020B0604020202020204" pitchFamily="34" charset="0"/>
              <a:buChar char="•"/>
              <a:defRPr/>
            </a:lvl2pPr>
            <a:lvl3pPr>
              <a:buClrTx/>
              <a:defRPr/>
            </a:lvl3pPr>
            <a:lvl4pPr>
              <a:buClrTx/>
              <a:defRPr/>
            </a:lvl4pPr>
          </a:lstStyle>
          <a:p>
            <a:r>
              <a:t>OUTPUT — desired format / length / tone.</a:t>
            </a:r>
          </a:p>
        </p:txBody>
      </p:sp>
      <p:pic>
        <p:nvPicPr>
          <p:cNvPr id="4" name="Picture 3" descr="Text  Description automatically generated">
            <a:extLst>
              <a:ext uri="{FF2B5EF4-FFF2-40B4-BE49-F238E27FC236}">
                <a16:creationId xmlns:a16="http://schemas.microsoft.com/office/drawing/2014/main" id="{6EE8FD0A-8C5E-E7DE-4656-7844FF43109D}"/>
              </a:ext>
            </a:extLst>
          </p:cNvPr>
          <p:cNvPicPr>
            <a:picLocks noChangeAspect="1"/>
          </p:cNvPicPr>
          <p:nvPr userDrawn="1"/>
        </p:nvPicPr>
        <p:blipFill>
          <a:blip r:embed="rId3"/>
          <a:stretch>
            <a:fillRect/>
          </a:stretch>
        </p:blipFill>
        <p:spPr>
          <a:xfrm>
            <a:off x="10309860" y="339154"/>
            <a:ext cx="1553486" cy="485273"/>
          </a:xfrm>
          <a:prstGeom prst="rect">
            <a:avLst/>
          </a:prstGeom>
        </p:spPr>
      </p:pic>
      <p:sp>
        <p:nvSpPr>
          <p:cNvPr id="9" name="Footer Placeholder 15">
            <a:extLst>
              <a:ext uri="{FF2B5EF4-FFF2-40B4-BE49-F238E27FC236}">
                <a16:creationId xmlns:a16="http://schemas.microsoft.com/office/drawing/2014/main" id="{BEB8EA9E-A092-E815-FA6C-B16D231FCE7D}"/>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spTree>
    <p:custDataLst>
      <p:tags r:id="rId1"/>
    </p:custDataLst>
    <p:extLst>
      <p:ext uri="{BB962C8B-B14F-4D97-AF65-F5344CB8AC3E}">
        <p14:creationId xmlns:p14="http://schemas.microsoft.com/office/powerpoint/2010/main" val="181804034"/>
      </p:ext>
    </p:extLst>
  </p:cSld>
  <p:clrMapOvr>
    <a:masterClrMapping/>
  </p:clrMapOvr>
  <p:extLst>
    <p:ext uri="{DCECCB84-F9BA-43D5-87BE-67443E8EF086}">
      <p15:sldGuideLst xmlns:p15="http://schemas.microsoft.com/office/powerpoint/2012/main">
        <p15:guide id="1" pos="2650" userDrawn="1">
          <p15:clr>
            <a:srgbClr val="FBAE40"/>
          </p15:clr>
        </p15:guide>
        <p15:guide id="2" pos="5030" userDrawn="1">
          <p15:clr>
            <a:srgbClr val="FBAE40"/>
          </p15:clr>
        </p15:guide>
        <p15:guide id="3" orient="horz" pos="884" userDrawn="1">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type="obj" preserve="1">
  <p:cSld name="Prompt — Before / After">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37D6BA0-372E-9EFE-3877-BEEE0D21C7B3}"/>
              </a:ext>
            </a:extLst>
          </p:cNvPr>
          <p:cNvSpPr/>
          <p:nvPr userDrawn="1"/>
        </p:nvSpPr>
        <p:spPr>
          <a:xfrm>
            <a:off x="5676900" y="1402915"/>
            <a:ext cx="6515100" cy="545508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spcAft>
                <a:spcPts val="600"/>
              </a:spcAft>
            </a:pPr>
            <a:endParaRPr lang="en-US" dirty="0">
              <a:solidFill>
                <a:schemeClr val="tx1"/>
              </a:solidFill>
              <a:latin typeface="Inter" panose="02000503000000020004" pitchFamily="2" charset="0"/>
            </a:endParaRPr>
          </a:p>
        </p:txBody>
      </p:sp>
      <p:sp>
        <p:nvSpPr>
          <p:cNvPr id="4" name="Rectangle 3">
            <a:extLst>
              <a:ext uri="{FF2B5EF4-FFF2-40B4-BE49-F238E27FC236}">
                <a16:creationId xmlns:a16="http://schemas.microsoft.com/office/drawing/2014/main" id="{AE7B5E4C-27FE-36D0-B175-6C8108EB67C1}"/>
              </a:ext>
            </a:extLst>
          </p:cNvPr>
          <p:cNvSpPr/>
          <p:nvPr userDrawn="1"/>
        </p:nvSpPr>
        <p:spPr>
          <a:xfrm>
            <a:off x="0" y="1402915"/>
            <a:ext cx="5676900" cy="5455085"/>
          </a:xfrm>
          <a:prstGeom prst="rect">
            <a:avLst/>
          </a:prstGeom>
          <a:solidFill>
            <a:srgbClr val="005E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spcAft>
                <a:spcPts val="600"/>
              </a:spcAft>
            </a:pPr>
            <a:endParaRPr lang="en-US" dirty="0">
              <a:solidFill>
                <a:schemeClr val="tx1"/>
              </a:solidFill>
              <a:latin typeface="Inter" panose="02000503000000020004" pitchFamily="2" charset="0"/>
            </a:endParaRPr>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596168" cy="457020"/>
          </a:xfrm>
        </p:spPr>
        <p:txBody>
          <a:bodyPr/>
          <a:lstStyle>
            <a:lvl1pPr>
              <a:defRPr>
                <a:solidFill>
                  <a:schemeClr val="tx1"/>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2" hasCustomPrompt="1"/>
          </p:nvPr>
        </p:nvSpPr>
        <p:spPr>
          <a:xfrm>
            <a:off x="419100" y="1403349"/>
            <a:ext cx="4838700" cy="4806951"/>
          </a:xfrm>
          <a:noFill/>
        </p:spPr>
        <p:txBody>
          <a:bodyPr lIns="0" tIns="182880" rIns="182880" bIns="182880"/>
          <a:lstStyle>
            <a:lvl1pPr>
              <a:buClr>
                <a:schemeClr val="bg1"/>
              </a:buClr>
              <a:defRPr>
                <a:solidFill>
                  <a:schemeClr val="bg1"/>
                </a:solidFill>
              </a:defRPr>
            </a:lvl1pPr>
            <a:lvl2pPr marL="174625" indent="-174625">
              <a:buClr>
                <a:schemeClr val="bg1"/>
              </a:buClr>
              <a:buFont typeface="Arial" panose="020B0604020202020204" pitchFamily="34" charset="0"/>
              <a:buChar cha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r>
              <a:t>AFTER — the improved, specific prompt.</a:t>
            </a:r>
          </a:p>
        </p:txBody>
      </p:sp>
      <p:sp>
        <p:nvSpPr>
          <p:cNvPr id="7" name="Content Placeholder 2">
            <a:extLst>
              <a:ext uri="{FF2B5EF4-FFF2-40B4-BE49-F238E27FC236}">
                <a16:creationId xmlns:a16="http://schemas.microsoft.com/office/drawing/2014/main" id="{F48D7D23-A4AE-A948-B404-C89F45ED35B7}"/>
              </a:ext>
            </a:extLst>
          </p:cNvPr>
          <p:cNvSpPr>
            <a:spLocks noGrp="1"/>
          </p:cNvSpPr>
          <p:nvPr>
            <p:ph idx="1" hasCustomPrompt="1"/>
          </p:nvPr>
        </p:nvSpPr>
        <p:spPr>
          <a:xfrm>
            <a:off x="6096000" y="1403349"/>
            <a:ext cx="5676900" cy="4806951"/>
          </a:xfrm>
          <a:noFill/>
        </p:spPr>
        <p:txBody>
          <a:bodyPr lIns="0" tIns="182880" rIns="182880" bIns="182880"/>
          <a:lstStyle>
            <a:lvl1pPr>
              <a:defRPr>
                <a:solidFill>
                  <a:srgbClr val="212121"/>
                </a:solidFill>
              </a:defRPr>
            </a:lvl1pPr>
            <a:lvl2pPr marL="174625" indent="-174625">
              <a:buClr>
                <a:schemeClr val="tx2"/>
              </a:buClr>
              <a:buFont typeface="Arial" panose="020B0604020202020204" pitchFamily="34" charset="0"/>
              <a:buChar char="•"/>
              <a:defRPr>
                <a:solidFill>
                  <a:srgbClr val="212121"/>
                </a:solidFill>
              </a:defRPr>
            </a:lvl2pPr>
            <a:lvl3pPr>
              <a:buClr>
                <a:schemeClr val="tx2"/>
              </a:buClr>
              <a:defRPr>
                <a:solidFill>
                  <a:srgbClr val="212121"/>
                </a:solidFill>
              </a:defRPr>
            </a:lvl3pPr>
            <a:lvl4pPr>
              <a:buClr>
                <a:schemeClr val="tx2"/>
              </a:buClr>
              <a:defRPr>
                <a:solidFill>
                  <a:srgbClr val="212121"/>
                </a:solidFill>
              </a:defRPr>
            </a:lvl4pPr>
            <a:lvl5pPr>
              <a:buClr>
                <a:schemeClr val="bg1"/>
              </a:buClr>
              <a:defRPr>
                <a:solidFill>
                  <a:srgbClr val="212121"/>
                </a:solidFill>
              </a:defRPr>
            </a:lvl5pPr>
          </a:lstStyle>
          <a:p>
            <a:r>
              <a:t>BEFORE — the vague or weak prompt.</a:t>
            </a:r>
          </a:p>
        </p:txBody>
      </p:sp>
      <p:pic>
        <p:nvPicPr>
          <p:cNvPr id="9" name="Picture 8" descr="Text  Description automatically generated">
            <a:extLst>
              <a:ext uri="{FF2B5EF4-FFF2-40B4-BE49-F238E27FC236}">
                <a16:creationId xmlns:a16="http://schemas.microsoft.com/office/drawing/2014/main" id="{E5F8CA6B-89DC-9D64-DE2A-574599892E86}"/>
              </a:ext>
            </a:extLst>
          </p:cNvPr>
          <p:cNvPicPr>
            <a:picLocks noChangeAspect="1"/>
          </p:cNvPicPr>
          <p:nvPr userDrawn="1"/>
        </p:nvPicPr>
        <p:blipFill>
          <a:blip r:embed="rId3"/>
          <a:stretch>
            <a:fillRect/>
          </a:stretch>
        </p:blipFill>
        <p:spPr>
          <a:xfrm>
            <a:off x="10309860" y="339154"/>
            <a:ext cx="1553486" cy="485273"/>
          </a:xfrm>
          <a:prstGeom prst="rect">
            <a:avLst/>
          </a:prstGeom>
        </p:spPr>
      </p:pic>
      <p:sp>
        <p:nvSpPr>
          <p:cNvPr id="10" name="Footer Placeholder 15">
            <a:extLst>
              <a:ext uri="{FF2B5EF4-FFF2-40B4-BE49-F238E27FC236}">
                <a16:creationId xmlns:a16="http://schemas.microsoft.com/office/drawing/2014/main" id="{D1063572-DF3F-4D0D-CC1E-65CB62AE3C25}"/>
              </a:ext>
            </a:extLst>
          </p:cNvPr>
          <p:cNvSpPr>
            <a:spLocks noGrp="1"/>
          </p:cNvSpPr>
          <p:nvPr>
            <p:ph type="ftr" sz="quarter" idx="4294967295"/>
          </p:nvPr>
        </p:nvSpPr>
        <p:spPr>
          <a:xfrm>
            <a:off x="419100" y="6492875"/>
            <a:ext cx="10248900" cy="244653"/>
          </a:xfrm>
        </p:spPr>
        <p:txBody>
          <a:bodyPr/>
          <a:lstStyle>
            <a:lvl1pPr>
              <a:defRPr>
                <a:solidFill>
                  <a:schemeClr val="bg1"/>
                </a:solidFill>
              </a:defRPr>
            </a:lvl1pPr>
          </a:lstStyle>
          <a:p>
            <a:pPr defTabSz="914126"/>
            <a:r>
              <a:rPr lang="en-US" sz="800" dirty="0">
                <a:ea typeface="Inter" panose="02000503000000020004" pitchFamily="2" charset="0"/>
              </a:rPr>
              <a:t>© 2026 GE Vernova and/or its affiliates. All rights reserved.</a:t>
            </a:r>
            <a:endParaRPr lang="en-US" sz="800" dirty="0"/>
          </a:p>
        </p:txBody>
      </p:sp>
    </p:spTree>
    <p:custDataLst>
      <p:tags r:id="rId1"/>
    </p:custDataLst>
    <p:extLst>
      <p:ext uri="{BB962C8B-B14F-4D97-AF65-F5344CB8AC3E}">
        <p14:creationId xmlns:p14="http://schemas.microsoft.com/office/powerpoint/2010/main" val="3802623225"/>
      </p:ext>
    </p:extLst>
  </p:cSld>
  <p:clrMapOvr>
    <a:masterClrMapping/>
  </p:clrMapOvr>
  <p:extLst>
    <p:ext uri="{DCECCB84-F9BA-43D5-87BE-67443E8EF086}">
      <p15:sldGuideLst xmlns:p15="http://schemas.microsoft.com/office/powerpoint/2012/main">
        <p15:guide id="1" pos="3840" userDrawn="1">
          <p15:clr>
            <a:srgbClr val="FBAE40"/>
          </p15:clr>
        </p15:guide>
        <p15:guide id="2" orient="horz" pos="884" userDrawn="1">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type="obj" preserve="1">
  <p:cSld name="Workflow — Three-Step Process">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578915" cy="457020"/>
          </a:xfrm>
        </p:spPr>
        <p:txBody>
          <a:bodyPr/>
          <a:lstStyle>
            <a:lvl1pPr>
              <a:defRPr>
                <a:solidFill>
                  <a:srgbClr val="005E60"/>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1403350"/>
            <a:ext cx="3502152" cy="4806950"/>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r>
              <a:t>STEP 1 — verb-first action, &lt;= 8 words.</a:t>
            </a:r>
          </a:p>
        </p:txBody>
      </p:sp>
      <p:sp>
        <p:nvSpPr>
          <p:cNvPr id="7" name="Content Placeholder 2">
            <a:extLst>
              <a:ext uri="{FF2B5EF4-FFF2-40B4-BE49-F238E27FC236}">
                <a16:creationId xmlns:a16="http://schemas.microsoft.com/office/drawing/2014/main" id="{F48D7D23-A4AE-A948-B404-C89F45ED35B7}"/>
              </a:ext>
            </a:extLst>
          </p:cNvPr>
          <p:cNvSpPr>
            <a:spLocks noGrp="1"/>
          </p:cNvSpPr>
          <p:nvPr>
            <p:ph idx="2" hasCustomPrompt="1"/>
          </p:nvPr>
        </p:nvSpPr>
        <p:spPr>
          <a:xfrm>
            <a:off x="4204404" y="1403351"/>
            <a:ext cx="3502152" cy="4806950"/>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r>
              <a:t>STEP 2 — verb-first action.</a:t>
            </a:r>
          </a:p>
        </p:txBody>
      </p:sp>
      <p:sp>
        <p:nvSpPr>
          <p:cNvPr id="8" name="Content Placeholder 2">
            <a:extLst>
              <a:ext uri="{FF2B5EF4-FFF2-40B4-BE49-F238E27FC236}">
                <a16:creationId xmlns:a16="http://schemas.microsoft.com/office/drawing/2014/main" id="{5C934C23-704D-AE40-866D-BF6B0DCFEA7C}"/>
              </a:ext>
            </a:extLst>
          </p:cNvPr>
          <p:cNvSpPr>
            <a:spLocks noGrp="1"/>
          </p:cNvSpPr>
          <p:nvPr>
            <p:ph idx="3" hasCustomPrompt="1"/>
          </p:nvPr>
        </p:nvSpPr>
        <p:spPr>
          <a:xfrm>
            <a:off x="7989707" y="1403351"/>
            <a:ext cx="3502152" cy="4806950"/>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r>
              <a:t>STEP 3 — verb-first action.</a:t>
            </a:r>
          </a:p>
        </p:txBody>
      </p:sp>
      <p:pic>
        <p:nvPicPr>
          <p:cNvPr id="4" name="Picture 3" descr="Text  Description automatically generated">
            <a:extLst>
              <a:ext uri="{FF2B5EF4-FFF2-40B4-BE49-F238E27FC236}">
                <a16:creationId xmlns:a16="http://schemas.microsoft.com/office/drawing/2014/main" id="{404E15B6-0BA0-84E6-A568-FC29C85E61F3}"/>
              </a:ext>
            </a:extLst>
          </p:cNvPr>
          <p:cNvPicPr>
            <a:picLocks noChangeAspect="1"/>
          </p:cNvPicPr>
          <p:nvPr userDrawn="1"/>
        </p:nvPicPr>
        <p:blipFill>
          <a:blip r:embed="rId3"/>
          <a:stretch>
            <a:fillRect/>
          </a:stretch>
        </p:blipFill>
        <p:spPr>
          <a:xfrm>
            <a:off x="10309860" y="339154"/>
            <a:ext cx="1553486" cy="485273"/>
          </a:xfrm>
          <a:prstGeom prst="rect">
            <a:avLst/>
          </a:prstGeom>
        </p:spPr>
      </p:pic>
      <p:sp>
        <p:nvSpPr>
          <p:cNvPr id="9" name="Footer Placeholder 15">
            <a:extLst>
              <a:ext uri="{FF2B5EF4-FFF2-40B4-BE49-F238E27FC236}">
                <a16:creationId xmlns:a16="http://schemas.microsoft.com/office/drawing/2014/main" id="{02B0394B-12B9-2083-FEB8-141495C18A55}"/>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spTree>
    <p:custDataLst>
      <p:tags r:id="rId1"/>
    </p:custDataLst>
    <p:extLst>
      <p:ext uri="{BB962C8B-B14F-4D97-AF65-F5344CB8AC3E}">
        <p14:creationId xmlns:p14="http://schemas.microsoft.com/office/powerpoint/2010/main" val="1364173188"/>
      </p:ext>
    </p:extLst>
  </p:cSld>
  <p:clrMapOvr>
    <a:masterClrMapping/>
  </p:clrMapOvr>
  <p:extLst>
    <p:ext uri="{DCECCB84-F9BA-43D5-87BE-67443E8EF086}">
      <p15:sldGuideLst xmlns:p15="http://schemas.microsoft.com/office/powerpoint/2012/main">
        <p15:guide id="1" pos="2650">
          <p15:clr>
            <a:srgbClr val="FBAE40"/>
          </p15:clr>
        </p15:guide>
        <p15:guide id="2" pos="5030">
          <p15:clr>
            <a:srgbClr val="FBAE40"/>
          </p15:clr>
        </p15:guide>
        <p15:guide id="3" orient="horz" pos="884">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type="obj" preserve="1">
  <p:cSld name="Workflow — Decision Framework">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p>
            <a:fld id="{7A7A97EF-C944-4447-B862-B593E9B4A0FF}" type="slidenum">
              <a:r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682432" cy="457020"/>
          </a:xfrm>
        </p:spPr>
        <p:txBody>
          <a:bodyPr/>
          <a:lstStyle>
            <a:lvl1pPr>
              <a:defRPr>
                <a:solidFill>
                  <a:schemeClr val="tx1"/>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1403350"/>
            <a:ext cx="3502152" cy="4806950"/>
          </a:xfrm>
          <a:solidFill>
            <a:srgbClr val="E3E3E3"/>
          </a:solidFill>
        </p:spPr>
        <p:txBody>
          <a:bodyPr lIns="182880" tIns="182880" rIns="182880" bIns="182880"/>
          <a:lstStyle>
            <a:lvl2pPr marL="174625" indent="-174625">
              <a:buClrTx/>
              <a:buFont typeface="Arial" panose="020B0604020202020204" pitchFamily="34" charset="0"/>
              <a:buChar char="•"/>
              <a:defRPr/>
            </a:lvl2pPr>
            <a:lvl3pPr>
              <a:buClrTx/>
              <a:defRPr/>
            </a:lvl3pPr>
            <a:lvl4pPr>
              <a:buClrTx/>
              <a:defRPr/>
            </a:lvl4pPr>
          </a:lstStyle>
          <a:p>
            <a:r>
              <a:t>IF / OPTION A — condition, then outcome.</a:t>
            </a:r>
          </a:p>
        </p:txBody>
      </p:sp>
      <p:sp>
        <p:nvSpPr>
          <p:cNvPr id="7" name="Content Placeholder 2">
            <a:extLst>
              <a:ext uri="{FF2B5EF4-FFF2-40B4-BE49-F238E27FC236}">
                <a16:creationId xmlns:a16="http://schemas.microsoft.com/office/drawing/2014/main" id="{F48D7D23-A4AE-A948-B404-C89F45ED35B7}"/>
              </a:ext>
            </a:extLst>
          </p:cNvPr>
          <p:cNvSpPr>
            <a:spLocks noGrp="1"/>
          </p:cNvSpPr>
          <p:nvPr>
            <p:ph idx="2" hasCustomPrompt="1"/>
          </p:nvPr>
        </p:nvSpPr>
        <p:spPr>
          <a:xfrm>
            <a:off x="4206539" y="1403351"/>
            <a:ext cx="3502152" cy="4806950"/>
          </a:xfrm>
          <a:solidFill>
            <a:srgbClr val="E3E3E3"/>
          </a:solidFill>
        </p:spPr>
        <p:txBody>
          <a:bodyPr lIns="182880" tIns="182880" rIns="182880" bIns="182880"/>
          <a:lstStyle>
            <a:lvl2pPr marL="174625" indent="-174625">
              <a:buClrTx/>
              <a:buFont typeface="Arial" panose="020B0604020202020204" pitchFamily="34" charset="0"/>
              <a:buChar char="•"/>
              <a:defRPr/>
            </a:lvl2pPr>
            <a:lvl3pPr>
              <a:buClrTx/>
              <a:defRPr/>
            </a:lvl3pPr>
            <a:lvl4pPr>
              <a:buClrTx/>
              <a:defRPr/>
            </a:lvl4pPr>
          </a:lstStyle>
          <a:p>
            <a:r>
              <a:t>IF / OPTION B — condition, then outcome.</a:t>
            </a:r>
          </a:p>
        </p:txBody>
      </p:sp>
      <p:sp>
        <p:nvSpPr>
          <p:cNvPr id="8" name="Content Placeholder 2">
            <a:extLst>
              <a:ext uri="{FF2B5EF4-FFF2-40B4-BE49-F238E27FC236}">
                <a16:creationId xmlns:a16="http://schemas.microsoft.com/office/drawing/2014/main" id="{5C934C23-704D-AE40-866D-BF6B0DCFEA7C}"/>
              </a:ext>
            </a:extLst>
          </p:cNvPr>
          <p:cNvSpPr>
            <a:spLocks noGrp="1"/>
          </p:cNvSpPr>
          <p:nvPr>
            <p:ph idx="3" hasCustomPrompt="1"/>
          </p:nvPr>
        </p:nvSpPr>
        <p:spPr>
          <a:xfrm>
            <a:off x="7989707" y="1403351"/>
            <a:ext cx="3502152" cy="4806950"/>
          </a:xfrm>
          <a:solidFill>
            <a:srgbClr val="E3E3E3"/>
          </a:solidFill>
        </p:spPr>
        <p:txBody>
          <a:bodyPr lIns="182880" tIns="182880" rIns="182880" bIns="182880"/>
          <a:lstStyle>
            <a:lvl2pPr marL="174625" indent="-174625">
              <a:buClrTx/>
              <a:buFont typeface="Arial" panose="020B0604020202020204" pitchFamily="34" charset="0"/>
              <a:buChar char="•"/>
              <a:defRPr/>
            </a:lvl2pPr>
            <a:lvl3pPr>
              <a:buClrTx/>
              <a:defRPr/>
            </a:lvl3pPr>
            <a:lvl4pPr>
              <a:buClrTx/>
              <a:defRPr/>
            </a:lvl4pPr>
          </a:lstStyle>
          <a:p>
            <a:r>
              <a:t>IF / OPTION C — condition, then outcome.</a:t>
            </a:r>
          </a:p>
        </p:txBody>
      </p:sp>
      <p:pic>
        <p:nvPicPr>
          <p:cNvPr id="4" name="Picture 3" descr="Text  Description automatically generated">
            <a:extLst>
              <a:ext uri="{FF2B5EF4-FFF2-40B4-BE49-F238E27FC236}">
                <a16:creationId xmlns:a16="http://schemas.microsoft.com/office/drawing/2014/main" id="{6EE8FD0A-8C5E-E7DE-4656-7844FF43109D}"/>
              </a:ext>
            </a:extLst>
          </p:cNvPr>
          <p:cNvPicPr>
            <a:picLocks noChangeAspect="1"/>
          </p:cNvPicPr>
          <p:nvPr userDrawn="1"/>
        </p:nvPicPr>
        <p:blipFill>
          <a:blip r:embed="rId3"/>
          <a:stretch>
            <a:fillRect/>
          </a:stretch>
        </p:blipFill>
        <p:spPr>
          <a:xfrm>
            <a:off x="10309860" y="339154"/>
            <a:ext cx="1553486" cy="485273"/>
          </a:xfrm>
          <a:prstGeom prst="rect">
            <a:avLst/>
          </a:prstGeom>
        </p:spPr>
      </p:pic>
      <p:sp>
        <p:nvSpPr>
          <p:cNvPr id="9" name="Footer Placeholder 15">
            <a:extLst>
              <a:ext uri="{FF2B5EF4-FFF2-40B4-BE49-F238E27FC236}">
                <a16:creationId xmlns:a16="http://schemas.microsoft.com/office/drawing/2014/main" id="{BEB8EA9E-A092-E815-FA6C-B16D231FCE7D}"/>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spTree>
    <p:custDataLst>
      <p:tags r:id="rId1"/>
    </p:custDataLst>
    <p:extLst>
      <p:ext uri="{BB962C8B-B14F-4D97-AF65-F5344CB8AC3E}">
        <p14:creationId xmlns:p14="http://schemas.microsoft.com/office/powerpoint/2010/main" val="181804034"/>
      </p:ext>
    </p:extLst>
  </p:cSld>
  <p:clrMapOvr>
    <a:masterClrMapping/>
  </p:clrMapOvr>
  <p:extLst>
    <p:ext uri="{DCECCB84-F9BA-43D5-87BE-67443E8EF086}">
      <p15:sldGuideLst xmlns:p15="http://schemas.microsoft.com/office/powerpoint/2012/main">
        <p15:guide id="1" pos="2650" userDrawn="1">
          <p15:clr>
            <a:srgbClr val="FBAE40"/>
          </p15:clr>
        </p15:guide>
        <p15:guide id="2" pos="5030" userDrawn="1">
          <p15:clr>
            <a:srgbClr val="FBAE40"/>
          </p15:clr>
        </p15:guide>
        <p15:guide id="3" orient="horz" pos="884" userDrawn="1">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userDrawn="1">
  <p:cSld name="1 Column Subtitle">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lvl1pPr>
              <a:defRPr>
                <a:solidFill>
                  <a:srgbClr val="212121"/>
                </a:solidFill>
              </a:defRPr>
            </a:lvl1pPr>
          </a:lstStyle>
          <a:p>
            <a:r>
              <a:rPr lang="en-US"/>
              <a:t>© 2023 GE Vernova and/or its affiliates. All rights reserved.</a:t>
            </a:r>
            <a:endParaRPr lang="en-US" dirty="0"/>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587542" cy="457020"/>
          </a:xfrm>
        </p:spPr>
        <p:txBody>
          <a:bodyPr/>
          <a:lstStyle>
            <a:lvl1pPr>
              <a:defRPr>
                <a:solidFill>
                  <a:srgbClr val="005E60"/>
                </a:solidFill>
              </a:defRPr>
            </a:lvl1pPr>
          </a:lstStyle>
          <a:p>
            <a:r>
              <a:rPr lang="en-US"/>
              <a:t>Click to edit Master title style</a:t>
            </a:r>
            <a:endParaRPr lang="en-US" dirty="0"/>
          </a:p>
        </p:txBody>
      </p:sp>
      <p:sp>
        <p:nvSpPr>
          <p:cNvPr id="11" name="Text Placeholder 10">
            <a:extLst>
              <a:ext uri="{FF2B5EF4-FFF2-40B4-BE49-F238E27FC236}">
                <a16:creationId xmlns:a16="http://schemas.microsoft.com/office/drawing/2014/main" id="{FBB168A5-C2D7-FC4B-8832-1F289E900E7C}"/>
              </a:ext>
            </a:extLst>
          </p:cNvPr>
          <p:cNvSpPr>
            <a:spLocks noGrp="1"/>
          </p:cNvSpPr>
          <p:nvPr>
            <p:ph type="body" sz="quarter" idx="13"/>
          </p:nvPr>
        </p:nvSpPr>
        <p:spPr>
          <a:xfrm>
            <a:off x="419100" y="889824"/>
            <a:ext cx="11353800" cy="513526"/>
          </a:xfrm>
        </p:spPr>
        <p:txBody>
          <a:bodyPr/>
          <a:lstStyle>
            <a:lvl1pPr>
              <a:spcAft>
                <a:spcPts val="0"/>
              </a:spcAft>
              <a:defRPr b="1">
                <a:solidFill>
                  <a:srgbClr val="212121"/>
                </a:solidFill>
              </a:defRPr>
            </a:lvl1pPr>
          </a:lstStyle>
          <a:p>
            <a:pPr lvl="0"/>
            <a:r>
              <a:rPr lang="en-US"/>
              <a:t>Click to edit Master text styles</a:t>
            </a:r>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2095500"/>
            <a:ext cx="11353800" cy="4114800"/>
          </a:xfrm>
        </p:spPr>
        <p:txBody>
          <a:bodyPr/>
          <a:lstStyle>
            <a:lvl1pPr>
              <a:defRPr b="0">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a:p>
            <a:pPr lvl="4"/>
            <a:endParaRPr lang="en-US" dirty="0"/>
          </a:p>
        </p:txBody>
      </p:sp>
      <p:pic>
        <p:nvPicPr>
          <p:cNvPr id="4" name="Picture 3" descr="Text&#10;&#10;Description automatically generated">
            <a:extLst>
              <a:ext uri="{FF2B5EF4-FFF2-40B4-BE49-F238E27FC236}">
                <a16:creationId xmlns:a16="http://schemas.microsoft.com/office/drawing/2014/main" id="{568E85E5-0FFC-6287-3929-5E229826C13E}"/>
              </a:ext>
            </a:extLst>
          </p:cNvPr>
          <p:cNvPicPr>
            <a:picLocks noChangeAspect="1"/>
          </p:cNvPicPr>
          <p:nvPr userDrawn="1"/>
        </p:nvPicPr>
        <p:blipFill>
          <a:blip r:embed="rId2"/>
          <a:stretch>
            <a:fillRect/>
          </a:stretch>
        </p:blipFill>
        <p:spPr>
          <a:xfrm>
            <a:off x="10309860" y="339154"/>
            <a:ext cx="1553486" cy="485273"/>
          </a:xfrm>
          <a:prstGeom prst="rect">
            <a:avLst/>
          </a:prstGeom>
        </p:spPr>
      </p:pic>
    </p:spTree>
    <p:extLst>
      <p:ext uri="{BB962C8B-B14F-4D97-AF65-F5344CB8AC3E}">
        <p14:creationId xmlns:p14="http://schemas.microsoft.com/office/powerpoint/2010/main" val="3305222055"/>
      </p:ext>
    </p:extLst>
  </p:cSld>
  <p:clrMapOvr>
    <a:masterClrMapping/>
  </p:clrMapOvr>
  <p:extLst>
    <p:ext uri="{DCECCB84-F9BA-43D5-87BE-67443E8EF086}">
      <p15:sldGuideLst xmlns:p15="http://schemas.microsoft.com/office/powerpoint/2012/main">
        <p15:guide id="1" orient="horz" pos="1320">
          <p15:clr>
            <a:srgbClr val="FBAE40"/>
          </p15:clr>
        </p15:guide>
        <p15:guide id="2" orient="horz" pos="696">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userDrawn="1">
  <p:cSld name="2 Column - Asymetrical">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lvl1pPr>
              <a:defRPr>
                <a:solidFill>
                  <a:srgbClr val="212121"/>
                </a:solidFill>
              </a:defRPr>
            </a:lvl1pPr>
          </a:lstStyle>
          <a:p>
            <a:r>
              <a:rPr lang="en-US"/>
              <a:t>© 2023 GE Vernova and/or its affiliates. All rights reserved.</a:t>
            </a:r>
            <a:endParaRPr lang="en-US" dirty="0"/>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587542" cy="457020"/>
          </a:xfrm>
        </p:spPr>
        <p:txBody>
          <a:bodyPr/>
          <a:lstStyle>
            <a:lvl1pPr>
              <a:defRPr>
                <a:solidFill>
                  <a:srgbClr val="005E60"/>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1403350"/>
            <a:ext cx="3502152" cy="4806950"/>
          </a:xfrm>
        </p:spPr>
        <p:txBody>
          <a:bodyPr/>
          <a:lstStyle>
            <a:lvl1pPr>
              <a:defRPr>
                <a:solidFill>
                  <a:srgbClr val="212121"/>
                </a:solidFill>
              </a:defRPr>
            </a:lvl1pPr>
            <a:lvl2pPr marL="171450" indent="-171450">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7" name="Content Placeholder 2">
            <a:extLst>
              <a:ext uri="{FF2B5EF4-FFF2-40B4-BE49-F238E27FC236}">
                <a16:creationId xmlns:a16="http://schemas.microsoft.com/office/drawing/2014/main" id="{F48D7D23-A4AE-A948-B404-C89F45ED35B7}"/>
              </a:ext>
            </a:extLst>
          </p:cNvPr>
          <p:cNvSpPr>
            <a:spLocks noGrp="1"/>
          </p:cNvSpPr>
          <p:nvPr>
            <p:ph idx="13" hasCustomPrompt="1"/>
          </p:nvPr>
        </p:nvSpPr>
        <p:spPr>
          <a:xfrm>
            <a:off x="4204404" y="1403351"/>
            <a:ext cx="7290905" cy="4806950"/>
          </a:xfrm>
        </p:spPr>
        <p:txBody>
          <a:bodyPr/>
          <a:lstStyle>
            <a:lvl1pPr>
              <a:defRPr>
                <a:solidFill>
                  <a:srgbClr val="212121"/>
                </a:solidFill>
              </a:defRPr>
            </a:lvl1pPr>
            <a:lvl2pPr marL="171450" indent="-171450">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pic>
        <p:nvPicPr>
          <p:cNvPr id="4" name="Picture 3" descr="Text&#10;&#10;Description automatically generated">
            <a:extLst>
              <a:ext uri="{FF2B5EF4-FFF2-40B4-BE49-F238E27FC236}">
                <a16:creationId xmlns:a16="http://schemas.microsoft.com/office/drawing/2014/main" id="{5F4792C0-9FE2-4931-3650-4B59AD3104EA}"/>
              </a:ext>
            </a:extLst>
          </p:cNvPr>
          <p:cNvPicPr>
            <a:picLocks noChangeAspect="1"/>
          </p:cNvPicPr>
          <p:nvPr userDrawn="1"/>
        </p:nvPicPr>
        <p:blipFill>
          <a:blip r:embed="rId2"/>
          <a:stretch>
            <a:fillRect/>
          </a:stretch>
        </p:blipFill>
        <p:spPr>
          <a:xfrm>
            <a:off x="10309860" y="339154"/>
            <a:ext cx="1553486" cy="485273"/>
          </a:xfrm>
          <a:prstGeom prst="rect">
            <a:avLst/>
          </a:prstGeom>
        </p:spPr>
      </p:pic>
    </p:spTree>
    <p:extLst>
      <p:ext uri="{BB962C8B-B14F-4D97-AF65-F5344CB8AC3E}">
        <p14:creationId xmlns:p14="http://schemas.microsoft.com/office/powerpoint/2010/main" val="4202062634"/>
      </p:ext>
    </p:extLst>
  </p:cSld>
  <p:clrMapOvr>
    <a:masterClrMapping/>
  </p:clrMapOvr>
  <p:extLst>
    <p:ext uri="{DCECCB84-F9BA-43D5-87BE-67443E8EF086}">
      <p15:sldGuideLst xmlns:p15="http://schemas.microsoft.com/office/powerpoint/2012/main">
        <p15:guide id="1" pos="2650">
          <p15:clr>
            <a:srgbClr val="FBAE40"/>
          </p15:clr>
        </p15:guide>
        <p15:guide id="2" pos="5030">
          <p15:clr>
            <a:srgbClr val="FBAE40"/>
          </p15:clr>
        </p15:guide>
        <p15:guide id="3" orient="horz" pos="884">
          <p15:clr>
            <a:srgbClr val="FBAE40"/>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A06021D6-6421-7F41-A534-39EA22A630F1}"/>
              </a:ext>
            </a:extLst>
          </p:cNvPr>
          <p:cNvSpPr>
            <a:spLocks noGrp="1"/>
          </p:cNvSpPr>
          <p:nvPr>
            <p:ph type="ftr" sz="quarter" idx="3"/>
          </p:nvPr>
        </p:nvSpPr>
        <p:spPr>
          <a:xfrm>
            <a:off x="419100" y="6492875"/>
            <a:ext cx="10248900" cy="244653"/>
          </a:xfrm>
          <a:prstGeom prst="rect">
            <a:avLst/>
          </a:prstGeom>
        </p:spPr>
        <p:txBody>
          <a:bodyPr vert="horz" lIns="0" tIns="0" rIns="0" bIns="0" rtlCol="0" anchor="t" anchorCtr="0"/>
          <a:lstStyle>
            <a:lvl1pPr algn="l">
              <a:defRPr sz="800">
                <a:solidFill>
                  <a:srgbClr val="212121"/>
                </a:solidFill>
                <a:latin typeface="Inter" panose="02000503000000020004" pitchFamily="2" charset="0"/>
              </a:defRPr>
            </a:lvl1pPr>
          </a:lstStyle>
          <a:p>
            <a:pPr defTabSz="914126"/>
            <a:r>
              <a:rPr lang="en-US" dirty="0">
                <a:ea typeface="Inter" panose="02000503000000020004" pitchFamily="2" charset="0"/>
              </a:rPr>
              <a:t>© 2026 GE Vernova and/or its affiliates. All rights reserved. </a:t>
            </a:r>
          </a:p>
          <a:p>
            <a:pPr defTabSz="914126"/>
            <a:r>
              <a:rPr lang="en-US" dirty="0">
                <a:ea typeface="Inter" panose="02000503000000020004" pitchFamily="2" charset="0"/>
              </a:rPr>
              <a:t>GE is a trademark of General Electric Company and is used under trademark license.</a:t>
            </a:r>
          </a:p>
        </p:txBody>
      </p:sp>
      <p:sp>
        <p:nvSpPr>
          <p:cNvPr id="6" name="Slide Number Placeholder 5">
            <a:extLst>
              <a:ext uri="{FF2B5EF4-FFF2-40B4-BE49-F238E27FC236}">
                <a16:creationId xmlns:a16="http://schemas.microsoft.com/office/drawing/2014/main" id="{ADA382ED-C79F-1C4C-93EA-8B7E3CF99412}"/>
              </a:ext>
            </a:extLst>
          </p:cNvPr>
          <p:cNvSpPr>
            <a:spLocks noGrp="1"/>
          </p:cNvSpPr>
          <p:nvPr>
            <p:ph type="sldNum" sz="quarter" idx="4"/>
          </p:nvPr>
        </p:nvSpPr>
        <p:spPr>
          <a:xfrm>
            <a:off x="11222182" y="6492875"/>
            <a:ext cx="550718" cy="365125"/>
          </a:xfrm>
          <a:prstGeom prst="rect">
            <a:avLst/>
          </a:prstGeom>
        </p:spPr>
        <p:txBody>
          <a:bodyPr vert="horz" lIns="0" tIns="0" rIns="0" bIns="0" rtlCol="0" anchor="t" anchorCtr="0"/>
          <a:lstStyle>
            <a:lvl1pPr algn="r">
              <a:defRPr sz="800">
                <a:solidFill>
                  <a:srgbClr val="212121"/>
                </a:solidFill>
                <a:latin typeface="Inter" panose="02000503000000020004" pitchFamily="2" charset="0"/>
              </a:defRPr>
            </a:lvl1pPr>
          </a:lstStyle>
          <a:p>
            <a:fld id="{7A7A97EF-C944-4447-B862-B593E9B4A0FF}" type="slidenum">
              <a:rPr lang="en-US" smtClean="0"/>
              <a:pPr/>
              <a:t>‹#›</a:t>
            </a:fld>
            <a:endParaRPr lang="en-US" dirty="0"/>
          </a:p>
        </p:txBody>
      </p:sp>
      <p:sp>
        <p:nvSpPr>
          <p:cNvPr id="2" name="Title Placeholder 1">
            <a:extLst>
              <a:ext uri="{FF2B5EF4-FFF2-40B4-BE49-F238E27FC236}">
                <a16:creationId xmlns:a16="http://schemas.microsoft.com/office/drawing/2014/main" id="{33201E47-C943-F44B-9CD7-62EF3F532401}"/>
              </a:ext>
            </a:extLst>
          </p:cNvPr>
          <p:cNvSpPr>
            <a:spLocks noGrp="1"/>
          </p:cNvSpPr>
          <p:nvPr>
            <p:ph type="title"/>
          </p:nvPr>
        </p:nvSpPr>
        <p:spPr>
          <a:xfrm>
            <a:off x="419100" y="419101"/>
            <a:ext cx="9044077" cy="457020"/>
          </a:xfrm>
          <a:prstGeom prst="rect">
            <a:avLst/>
          </a:prstGeom>
        </p:spPr>
        <p:txBody>
          <a:bodyPr vert="horz" lIns="0" tIns="0" rIns="0" bIns="0" rtlCol="0" anchor="t" anchorCtr="0">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4F542F5A-6368-8D4D-90C8-17B76FDD3681}"/>
              </a:ext>
            </a:extLst>
          </p:cNvPr>
          <p:cNvSpPr>
            <a:spLocks noGrp="1"/>
          </p:cNvSpPr>
          <p:nvPr>
            <p:ph type="body" idx="1"/>
          </p:nvPr>
        </p:nvSpPr>
        <p:spPr>
          <a:xfrm>
            <a:off x="419100" y="1403349"/>
            <a:ext cx="11353800" cy="4806951"/>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605397866"/>
      </p:ext>
    </p:extLst>
  </p:cSld>
  <p:clrMap bg1="lt1" tx1="dk1" bg2="lt2" tx2="dk2" accent1="accent1" accent2="accent2" accent3="accent3" accent4="accent4" accent5="accent5" accent6="accent6" hlink="hlink" folHlink="folHlink"/>
  <p:sldLayoutIdLst>
    <p:sldLayoutId id="2147483714" r:id="rId1"/>
    <p:sldLayoutId id="2147483649" r:id="rId2"/>
    <p:sldLayoutId id="2147483705" r:id="rId3"/>
    <p:sldLayoutId id="2147483706" r:id="rId4"/>
    <p:sldLayoutId id="2147483654" r:id="rId5"/>
    <p:sldLayoutId id="2147483745" r:id="rId6"/>
    <p:sldLayoutId id="2147483650" r:id="rId7"/>
    <p:sldLayoutId id="2147483668" r:id="rId8"/>
    <p:sldLayoutId id="2147483664" r:id="rId9"/>
    <p:sldLayoutId id="2147483669" r:id="rId10"/>
    <p:sldLayoutId id="2147483739" r:id="rId11"/>
    <p:sldLayoutId id="2147483731" r:id="rId12"/>
    <p:sldLayoutId id="2147483740" r:id="rId13"/>
    <p:sldLayoutId id="2147483667" r:id="rId14"/>
    <p:sldLayoutId id="2147483738" r:id="rId15"/>
    <p:sldLayoutId id="2147483665" r:id="rId16"/>
    <p:sldLayoutId id="2147483741" r:id="rId17"/>
    <p:sldLayoutId id="2147483666" r:id="rId18"/>
    <p:sldLayoutId id="2147483672" r:id="rId19"/>
    <p:sldLayoutId id="2147483673" r:id="rId20"/>
    <p:sldLayoutId id="2147483674" r:id="rId21"/>
    <p:sldLayoutId id="2147483743" r:id="rId22"/>
    <p:sldLayoutId id="2147483675" r:id="rId23"/>
    <p:sldLayoutId id="2147483676" r:id="rId24"/>
    <p:sldLayoutId id="2147483677" r:id="rId25"/>
    <p:sldLayoutId id="2147483651" r:id="rId26"/>
    <p:sldLayoutId id="2147483715" r:id="rId27"/>
    <p:sldLayoutId id="2147483719" r:id="rId28"/>
    <p:sldLayoutId id="2147483742" r:id="rId29"/>
    <p:sldLayoutId id="2147483701" r:id="rId30"/>
    <p:sldLayoutId id="2147483720" r:id="rId31"/>
    <p:sldLayoutId id="2147483684" r:id="rId32"/>
    <p:sldLayoutId id="2147483685" r:id="rId33"/>
    <p:sldLayoutId id="2147483686" r:id="rId34"/>
    <p:sldLayoutId id="2147483689" r:id="rId35"/>
    <p:sldLayoutId id="2147483687" r:id="rId36"/>
    <p:sldLayoutId id="2147483732" r:id="rId37"/>
    <p:sldLayoutId id="2147483692" r:id="rId38"/>
    <p:sldLayoutId id="2147483726" r:id="rId39"/>
    <p:sldLayoutId id="2147483695" r:id="rId40"/>
    <p:sldLayoutId id="2147483723" r:id="rId41"/>
    <p:sldLayoutId id="2147483697" r:id="rId42"/>
    <p:sldLayoutId id="2147483724" r:id="rId43"/>
    <p:sldLayoutId id="2147483733" r:id="rId44"/>
    <p:sldLayoutId id="2147483734" r:id="rId45"/>
    <p:sldLayoutId id="2147483699" r:id="rId46"/>
    <p:sldLayoutId id="2147483725" r:id="rId47"/>
    <p:sldLayoutId id="2147483746" r:id="rId48"/>
    <p:sldLayoutId id="2147483747" r:id="rId49"/>
    <p:sldLayoutId id="2147483748" r:id="rId50"/>
    <p:sldLayoutId id="2147483749" r:id="rId51"/>
    <p:sldLayoutId id="2147483750" r:id="rId52"/>
    <p:sldLayoutId id="2147483751" r:id="rId53"/>
  </p:sldLayoutIdLst>
  <p:hf hdr="0" dt="0"/>
  <p:txStyles>
    <p:titleStyle>
      <a:lvl1pPr algn="l" defTabSz="914400" rtl="0" eaLnBrk="1" latinLnBrk="0" hangingPunct="1">
        <a:lnSpc>
          <a:spcPct val="90000"/>
        </a:lnSpc>
        <a:spcBef>
          <a:spcPct val="0"/>
        </a:spcBef>
        <a:buNone/>
        <a:defRPr sz="2800" kern="1200">
          <a:solidFill>
            <a:schemeClr val="tx1"/>
          </a:solidFill>
          <a:latin typeface="Inter" panose="02000503000000020004" pitchFamily="2" charset="0"/>
          <a:ea typeface="+mj-ea"/>
          <a:cs typeface="+mj-cs"/>
        </a:defRPr>
      </a:lvl1pPr>
    </p:titleStyle>
    <p:bodyStyle>
      <a:lvl1pPr marL="0" indent="0" algn="l" defTabSz="914400" rtl="0" eaLnBrk="1" latinLnBrk="0" hangingPunct="1">
        <a:lnSpc>
          <a:spcPct val="100000"/>
        </a:lnSpc>
        <a:spcBef>
          <a:spcPts val="0"/>
        </a:spcBef>
        <a:spcAft>
          <a:spcPts val="800"/>
        </a:spcAft>
        <a:buClr>
          <a:schemeClr val="tx1"/>
        </a:buClr>
        <a:buFont typeface="Arial" panose="020B0604020202020204" pitchFamily="34" charset="0"/>
        <a:buNone/>
        <a:defRPr sz="1600" kern="1200">
          <a:solidFill>
            <a:srgbClr val="212121"/>
          </a:solidFill>
          <a:latin typeface="Inter" panose="02000503000000020004" pitchFamily="2" charset="0"/>
          <a:ea typeface="+mn-ea"/>
          <a:cs typeface="+mn-cs"/>
        </a:defRPr>
      </a:lvl1pPr>
      <a:lvl2pPr marL="171450" indent="-17145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kern="1200">
          <a:solidFill>
            <a:srgbClr val="212121"/>
          </a:solidFill>
          <a:latin typeface="Inter" panose="02000503000000020004" pitchFamily="2" charset="0"/>
          <a:ea typeface="+mn-ea"/>
          <a:cs typeface="+mn-cs"/>
        </a:defRPr>
      </a:lvl2pPr>
      <a:lvl3pPr marL="365760" indent="-182880" algn="l" defTabSz="914400" rtl="0" eaLnBrk="1" latinLnBrk="0" hangingPunct="1">
        <a:lnSpc>
          <a:spcPct val="100000"/>
        </a:lnSpc>
        <a:spcBef>
          <a:spcPts val="0"/>
        </a:spcBef>
        <a:spcAft>
          <a:spcPts val="600"/>
        </a:spcAft>
        <a:buClr>
          <a:schemeClr val="tx2"/>
        </a:buClr>
        <a:buFont typeface="Arial"/>
        <a:buChar char="–"/>
        <a:defRPr sz="1600" kern="1200">
          <a:solidFill>
            <a:srgbClr val="212121"/>
          </a:solidFill>
          <a:latin typeface="Inter" panose="02000503000000020004" pitchFamily="2" charset="0"/>
          <a:ea typeface="+mn-ea"/>
          <a:cs typeface="+mn-cs"/>
        </a:defRPr>
      </a:lvl3pPr>
      <a:lvl4pPr marL="548640" indent="-182880" algn="l" defTabSz="914400" rtl="0" eaLnBrk="1" latinLnBrk="0" hangingPunct="1">
        <a:lnSpc>
          <a:spcPct val="100000"/>
        </a:lnSpc>
        <a:spcBef>
          <a:spcPts val="0"/>
        </a:spcBef>
        <a:spcAft>
          <a:spcPts val="600"/>
        </a:spcAft>
        <a:buClr>
          <a:schemeClr val="tx2"/>
        </a:buClr>
        <a:buFont typeface="Arial"/>
        <a:buChar char="–"/>
        <a:defRPr sz="1600" kern="1200">
          <a:solidFill>
            <a:srgbClr val="212121"/>
          </a:solidFill>
          <a:latin typeface="Inter" panose="02000503000000020004" pitchFamily="2" charset="0"/>
          <a:ea typeface="+mn-ea"/>
          <a:cs typeface="+mn-cs"/>
        </a:defRPr>
      </a:lvl4pPr>
      <a:lvl5pPr marL="731520" indent="-182880" algn="l" defTabSz="914400" rtl="0" eaLnBrk="1" latinLnBrk="0" hangingPunct="1">
        <a:lnSpc>
          <a:spcPct val="100000"/>
        </a:lnSpc>
        <a:spcBef>
          <a:spcPts val="0"/>
        </a:spcBef>
        <a:spcAft>
          <a:spcPts val="600"/>
        </a:spcAft>
        <a:buClr>
          <a:schemeClr val="tx2"/>
        </a:buClr>
        <a:buFont typeface="Arial"/>
        <a:buChar char="–"/>
        <a:defRPr sz="1600" kern="1200">
          <a:solidFill>
            <a:srgbClr val="212121"/>
          </a:solidFill>
          <a:latin typeface="Inter" panose="02000503000000020004" pitchFamily="2" charset="0"/>
          <a:ea typeface="+mn-ea"/>
          <a:cs typeface="+mn-cs"/>
        </a:defRPr>
      </a:lvl5pPr>
      <a:lvl6pPr marL="0" indent="0" algn="l" defTabSz="914400" rtl="0" eaLnBrk="1" latinLnBrk="0" hangingPunct="1">
        <a:lnSpc>
          <a:spcPct val="100000"/>
        </a:lnSpc>
        <a:spcBef>
          <a:spcPts val="0"/>
        </a:spcBef>
        <a:spcAft>
          <a:spcPts val="400"/>
        </a:spcAft>
        <a:buClr>
          <a:schemeClr val="tx1"/>
        </a:buClr>
        <a:buFont typeface="Arial" panose="020B0604020202020204" pitchFamily="34" charset="0"/>
        <a:buNone/>
        <a:tabLst/>
        <a:defRPr sz="1400" kern="1200">
          <a:solidFill>
            <a:schemeClr val="tx1"/>
          </a:solidFill>
          <a:latin typeface="+mn-lt"/>
          <a:ea typeface="+mn-ea"/>
          <a:cs typeface="+mn-cs"/>
        </a:defRPr>
      </a:lvl6pPr>
      <a:lvl7pPr marL="0" indent="-182880" algn="l" defTabSz="914400" rtl="0" eaLnBrk="1" latinLnBrk="0" hangingPunct="1">
        <a:lnSpc>
          <a:spcPct val="100000"/>
        </a:lnSpc>
        <a:spcBef>
          <a:spcPts val="0"/>
        </a:spcBef>
        <a:spcAft>
          <a:spcPts val="400"/>
        </a:spcAft>
        <a:buClr>
          <a:schemeClr val="tx1"/>
        </a:buClr>
        <a:buFont typeface="Arial"/>
        <a:buChar char="–"/>
        <a:defRPr sz="1400" kern="1200">
          <a:solidFill>
            <a:schemeClr val="tx1"/>
          </a:solidFill>
          <a:latin typeface="+mn-lt"/>
          <a:ea typeface="+mn-ea"/>
          <a:cs typeface="+mn-cs"/>
        </a:defRPr>
      </a:lvl7pPr>
      <a:lvl8pPr marL="365760" indent="-182880" algn="l" defTabSz="914400" rtl="0" eaLnBrk="1" latinLnBrk="0" hangingPunct="1">
        <a:lnSpc>
          <a:spcPct val="100000"/>
        </a:lnSpc>
        <a:spcBef>
          <a:spcPts val="0"/>
        </a:spcBef>
        <a:spcAft>
          <a:spcPts val="400"/>
        </a:spcAft>
        <a:buClr>
          <a:schemeClr val="tx1"/>
        </a:buClr>
        <a:buFont typeface="Arial"/>
        <a:buChar char="–"/>
        <a:defRPr sz="1400" kern="1200">
          <a:solidFill>
            <a:schemeClr val="tx1"/>
          </a:solidFill>
          <a:latin typeface="+mn-lt"/>
          <a:ea typeface="+mn-ea"/>
          <a:cs typeface="+mn-cs"/>
        </a:defRPr>
      </a:lvl8pPr>
      <a:lvl9pPr marL="0" indent="0" algn="l" defTabSz="914400" rtl="0" eaLnBrk="1" latinLnBrk="0" hangingPunct="1">
        <a:lnSpc>
          <a:spcPct val="100000"/>
        </a:lnSpc>
        <a:spcBef>
          <a:spcPts val="0"/>
        </a:spcBef>
        <a:spcAft>
          <a:spcPts val="200"/>
        </a:spcAft>
        <a:buFont typeface="Arial" panose="020B0604020202020204" pitchFamily="34" charset="0"/>
        <a:buNone/>
        <a:tabLst/>
        <a:defRPr sz="1100" i="1"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64" userDrawn="1">
          <p15:clr>
            <a:srgbClr val="F26B43"/>
          </p15:clr>
        </p15:guide>
        <p15:guide id="2" pos="264" userDrawn="1">
          <p15:clr>
            <a:srgbClr val="F26B43"/>
          </p15:clr>
        </p15:guide>
        <p15:guide id="3" pos="7416"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3.xml"/></Relationships>
</file>

<file path=ppt/slides/_rels/slide4.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oleObject" Target="../embeddings/oleObject1.bin"/><Relationship Id="rId7" Type="http://schemas.openxmlformats.org/officeDocument/2006/relationships/image" Target="../media/image6.svg"/><Relationship Id="rId12" Type="http://schemas.openxmlformats.org/officeDocument/2006/relationships/image" Target="../media/image11.svg"/><Relationship Id="rId2" Type="http://schemas.openxmlformats.org/officeDocument/2006/relationships/slideLayout" Target="../slideLayouts/slideLayout52.xml"/><Relationship Id="rId1" Type="http://schemas.openxmlformats.org/officeDocument/2006/relationships/tags" Target="../tags/tag52.xml"/><Relationship Id="rId6" Type="http://schemas.openxmlformats.org/officeDocument/2006/relationships/image" Target="../media/image5.svg"/><Relationship Id="rId11" Type="http://schemas.openxmlformats.org/officeDocument/2006/relationships/image" Target="../media/image10.svg"/><Relationship Id="rId5" Type="http://schemas.openxmlformats.org/officeDocument/2006/relationships/image" Target="../media/image4.svg"/><Relationship Id="rId10" Type="http://schemas.openxmlformats.org/officeDocument/2006/relationships/image" Target="../media/image9.svg"/><Relationship Id="rId4" Type="http://schemas.openxmlformats.org/officeDocument/2006/relationships/image" Target="../media/image3.emf"/><Relationship Id="rId9" Type="http://schemas.openxmlformats.org/officeDocument/2006/relationships/image" Target="../media/image8.sv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E4881DC-58A2-8E18-732E-99389594B1F4}"/>
              </a:ext>
            </a:extLst>
          </p:cNvPr>
          <p:cNvSpPr>
            <a:spLocks noGrp="1"/>
          </p:cNvSpPr>
          <p:nvPr>
            <p:ph type="ftr" sz="quarter" idx="11"/>
          </p:nvPr>
        </p:nvSpPr>
        <p:spPr/>
        <p:txBody>
          <a:bodyPr/>
          <a:lstStyle/>
          <a:p>
            <a:pPr defTabSz="914126"/>
            <a:r>
              <a:rPr lang="en-US" sz="800" dirty="0">
                <a:ea typeface="Inter" panose="02000503000000020004" pitchFamily="2" charset="0"/>
              </a:rPr>
              <a:t>© 2026 GE Vernova and/or its affiliates. All rights reserved. </a:t>
            </a:r>
          </a:p>
          <a:p>
            <a:pPr defTabSz="914126"/>
            <a:r>
              <a:rPr lang="en-US" sz="800" dirty="0">
                <a:ea typeface="Inter" panose="02000503000000020004" pitchFamily="2" charset="0"/>
              </a:rPr>
              <a:t>GE is a trademark of General Electric Company and is used under trademark license.</a:t>
            </a:r>
            <a:endParaRPr lang="en-US" sz="800" dirty="0"/>
          </a:p>
        </p:txBody>
      </p:sp>
      <p:sp>
        <p:nvSpPr>
          <p:cNvPr id="3" name="Title 2">
            <a:extLst>
              <a:ext uri="{FF2B5EF4-FFF2-40B4-BE49-F238E27FC236}">
                <a16:creationId xmlns:a16="http://schemas.microsoft.com/office/drawing/2014/main" id="{F8A1C700-35F7-8B6A-270F-1B40174ADA87}"/>
              </a:ext>
            </a:extLst>
          </p:cNvPr>
          <p:cNvSpPr>
            <a:spLocks noGrp="1"/>
          </p:cNvSpPr>
          <p:nvPr>
            <p:ph type="ctrTitle"/>
          </p:nvPr>
        </p:nvSpPr>
        <p:spPr/>
        <p:txBody>
          <a:bodyPr/>
          <a:lstStyle/>
          <a:p>
            <a:r>
              <a:rPr lang="en-US" spc="80" dirty="0"/>
              <a:t>200MW Round-the-clock power plant</a:t>
            </a:r>
          </a:p>
        </p:txBody>
      </p:sp>
      <p:sp>
        <p:nvSpPr>
          <p:cNvPr id="4" name="Subtitle 3">
            <a:extLst>
              <a:ext uri="{FF2B5EF4-FFF2-40B4-BE49-F238E27FC236}">
                <a16:creationId xmlns:a16="http://schemas.microsoft.com/office/drawing/2014/main" id="{6EF2BFB9-83C4-225B-0C30-B2B304808DF3}"/>
              </a:ext>
            </a:extLst>
          </p:cNvPr>
          <p:cNvSpPr>
            <a:spLocks noGrp="1"/>
          </p:cNvSpPr>
          <p:nvPr>
            <p:ph type="subTitle" idx="1"/>
          </p:nvPr>
        </p:nvSpPr>
        <p:spPr/>
        <p:txBody>
          <a:bodyPr/>
          <a:lstStyle/>
          <a:p>
            <a:r>
              <a:rPr lang="en-US" dirty="0"/>
              <a:t>2026-10-13</a:t>
            </a:r>
          </a:p>
        </p:txBody>
      </p:sp>
    </p:spTree>
    <p:extLst>
      <p:ext uri="{BB962C8B-B14F-4D97-AF65-F5344CB8AC3E}">
        <p14:creationId xmlns:p14="http://schemas.microsoft.com/office/powerpoint/2010/main" val="35899661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a:spLocks noGrp="1"/>
          </p:cNvSpPr>
          <p:nvPr>
            <p:ph type="title"/>
          </p:nvPr>
        </p:nvSpPr>
        <p:spPr/>
        <p:txBody>
          <a:bodyPr/>
          <a:lstStyle/>
          <a:p>
            <a:r>
              <a:rPr lang="en-US" dirty="0">
                <a:latin typeface="Calibri" panose="020F0502020204030204" pitchFamily="34" charset="0"/>
                <a:ea typeface="Times New Roman" panose="02020603050405020304" pitchFamily="18" charset="0"/>
              </a:rPr>
              <a:t>REVISIONS</a:t>
            </a:r>
            <a:endParaRPr lang="en-US" dirty="0"/>
          </a:p>
        </p:txBody>
      </p:sp>
      <p:sp>
        <p:nvSpPr>
          <p:cNvPr id="4" name="Text Placeholder 18">
            <a:extLst>
              <a:ext uri="{FF2B5EF4-FFF2-40B4-BE49-F238E27FC236}">
                <a16:creationId xmlns:a16="http://schemas.microsoft.com/office/drawing/2014/main" id="{6E747346-DD00-A2C7-C64C-BA9BA6BEB83D}"/>
              </a:ext>
            </a:extLst>
          </p:cNvPr>
          <p:cNvSpPr txBox="1">
            <a:spLocks/>
          </p:cNvSpPr>
          <p:nvPr/>
        </p:nvSpPr>
        <p:spPr>
          <a:xfrm>
            <a:off x="5079723" y="2036152"/>
            <a:ext cx="6426988" cy="3763231"/>
          </a:xfrm>
          <a:prstGeom prst="rect">
            <a:avLst/>
          </a:prstGeom>
        </p:spPr>
        <p:txBody>
          <a:bodyPr lIns="0" tIns="0" rIns="0" bIns="0" anchor="t"/>
          <a:lstStyle>
            <a:lvl1pPr marL="0" algn="l">
              <a:lnSpc>
                <a:spcPct val="100000"/>
              </a:lnSpc>
              <a:spcBef>
                <a:spcPts val="728"/>
              </a:spcBef>
              <a:defRPr lang="en-US" sz="970" b="0">
                <a:solidFill>
                  <a:srgbClr val="212121"/>
                </a:solidFill>
                <a:latin typeface="Inter" panose="02000503000000020004" pitchFamily="2" charset="0"/>
                <a:ea typeface="+mn-ea"/>
                <a:cs typeface="Arial" panose="020B0604020202020204" pitchFamily="34" charset="0"/>
              </a:defRPr>
            </a:lvl1pPr>
            <a:lvl2pPr marL="277200">
              <a:defRPr>
                <a:latin typeface="+mn-lt"/>
                <a:ea typeface="+mn-ea"/>
                <a:cs typeface="+mn-cs"/>
              </a:defRPr>
            </a:lvl2pPr>
            <a:lvl3pPr marL="554401">
              <a:defRPr>
                <a:latin typeface="+mn-lt"/>
                <a:ea typeface="+mn-ea"/>
                <a:cs typeface="+mn-cs"/>
              </a:defRPr>
            </a:lvl3pPr>
            <a:lvl4pPr marL="831601">
              <a:defRPr>
                <a:latin typeface="+mn-lt"/>
                <a:ea typeface="+mn-ea"/>
                <a:cs typeface="+mn-cs"/>
              </a:defRPr>
            </a:lvl4pPr>
            <a:lvl5pPr marL="1108801">
              <a:defRPr>
                <a:latin typeface="+mn-lt"/>
                <a:ea typeface="+mn-ea"/>
                <a:cs typeface="+mn-cs"/>
              </a:defRPr>
            </a:lvl5pPr>
            <a:lvl6pPr marL="1386002">
              <a:defRPr>
                <a:latin typeface="+mn-lt"/>
                <a:ea typeface="+mn-ea"/>
                <a:cs typeface="+mn-cs"/>
              </a:defRPr>
            </a:lvl6pPr>
            <a:lvl7pPr marL="1663202">
              <a:defRPr>
                <a:latin typeface="+mn-lt"/>
                <a:ea typeface="+mn-ea"/>
                <a:cs typeface="+mn-cs"/>
              </a:defRPr>
            </a:lvl7pPr>
            <a:lvl8pPr marL="1940403">
              <a:defRPr>
                <a:latin typeface="+mn-lt"/>
                <a:ea typeface="+mn-ea"/>
                <a:cs typeface="+mn-cs"/>
              </a:defRPr>
            </a:lvl8pPr>
            <a:lvl9pPr marL="2217603">
              <a:defRPr>
                <a:latin typeface="+mn-lt"/>
                <a:ea typeface="+mn-ea"/>
                <a:cs typeface="+mn-cs"/>
              </a:defRPr>
            </a:lvl9pPr>
          </a:lstStyle>
          <a:p>
            <a:pPr>
              <a:spcBef>
                <a:spcPts val="0"/>
              </a:spcBef>
            </a:pPr>
            <a:endParaRPr lang="en-US" sz="1300" dirty="0">
              <a:ea typeface="Inter" panose="02000503000000020004" pitchFamily="2" charset="0"/>
            </a:endParaRPr>
          </a:p>
        </p:txBody>
      </p:sp>
      <p:sp>
        <p:nvSpPr>
          <p:cNvPr id="16" name="Footer Placeholder 15">
            <a:extLst>
              <a:ext uri="{FF2B5EF4-FFF2-40B4-BE49-F238E27FC236}">
                <a16:creationId xmlns:a16="http://schemas.microsoft.com/office/drawing/2014/main" id="{1DDC1C9A-2D5E-61CC-8D37-D3758746096E}"/>
              </a:ext>
            </a:extLst>
          </p:cNvPr>
          <p:cNvSpPr>
            <a:spLocks noGrp="1"/>
          </p:cNvSpPr>
          <p:nvPr>
            <p:ph type="ftr" sz="quarter" idx="11"/>
          </p:nvPr>
        </p:nvSpPr>
        <p:spPr/>
        <p:txBody>
          <a:bodyPr/>
          <a:lstStyle/>
          <a:p>
            <a:r>
              <a:rPr lang="en-US"/>
              <a:t>© 2023 GE Vernova and/or its affiliates. All rights reserved.</a:t>
            </a:r>
            <a:endParaRPr lang="en-US" dirty="0"/>
          </a:p>
        </p:txBody>
      </p:sp>
      <p:sp>
        <p:nvSpPr>
          <p:cNvPr id="18" name="Slide Number Placeholder 17">
            <a:extLst>
              <a:ext uri="{FF2B5EF4-FFF2-40B4-BE49-F238E27FC236}">
                <a16:creationId xmlns:a16="http://schemas.microsoft.com/office/drawing/2014/main" id="{C771F488-CC81-D9C8-AC62-3416C9886456}"/>
              </a:ext>
            </a:extLst>
          </p:cNvPr>
          <p:cNvSpPr>
            <a:spLocks noGrp="1"/>
          </p:cNvSpPr>
          <p:nvPr>
            <p:ph type="sldNum" sz="quarter" idx="12"/>
          </p:nvPr>
        </p:nvSpPr>
        <p:spPr/>
        <p:txBody>
          <a:bodyPr/>
          <a:lstStyle/>
          <a:p>
            <a:fld id="{7A7A97EF-C944-4447-B862-B593E9B4A0FF}" type="slidenum">
              <a:rPr lang="en-US" smtClean="0"/>
              <a:pPr/>
              <a:t>2</a:t>
            </a:fld>
            <a:endParaRPr lang="en-US" dirty="0"/>
          </a:p>
        </p:txBody>
      </p:sp>
      <p:graphicFrame>
        <p:nvGraphicFramePr>
          <p:cNvPr id="7" name="Table 6">
            <a:extLst>
              <a:ext uri="{FF2B5EF4-FFF2-40B4-BE49-F238E27FC236}">
                <a16:creationId xmlns:a16="http://schemas.microsoft.com/office/drawing/2014/main" id="{F4C2BF4E-2EC7-DD33-5EFC-768745E2B17A}"/>
              </a:ext>
            </a:extLst>
          </p:cNvPr>
          <p:cNvGraphicFramePr>
            <a:graphicFrameLocks noGrp="1"/>
          </p:cNvGraphicFramePr>
          <p:nvPr>
            <p:extLst>
              <p:ext uri="{D42A27DB-BD31-4B8C-83A1-F6EECF244321}">
                <p14:modId xmlns:p14="http://schemas.microsoft.com/office/powerpoint/2010/main" val="473842685"/>
              </p:ext>
            </p:extLst>
          </p:nvPr>
        </p:nvGraphicFramePr>
        <p:xfrm>
          <a:off x="1015722" y="1342660"/>
          <a:ext cx="10206460" cy="1529080"/>
        </p:xfrm>
        <a:graphic>
          <a:graphicData uri="http://schemas.openxmlformats.org/drawingml/2006/table">
            <a:tbl>
              <a:tblPr firstRow="1" bandRow="1">
                <a:tableStyleId>{5C22544A-7EE6-4342-B048-85BDC9FD1C3A}</a:tableStyleId>
              </a:tblPr>
              <a:tblGrid>
                <a:gridCol w="1942631">
                  <a:extLst>
                    <a:ext uri="{9D8B030D-6E8A-4147-A177-3AD203B41FA5}">
                      <a16:colId xmlns:a16="http://schemas.microsoft.com/office/drawing/2014/main" val="1757871190"/>
                    </a:ext>
                  </a:extLst>
                </a:gridCol>
                <a:gridCol w="8263829">
                  <a:extLst>
                    <a:ext uri="{9D8B030D-6E8A-4147-A177-3AD203B41FA5}">
                      <a16:colId xmlns:a16="http://schemas.microsoft.com/office/drawing/2014/main" val="3078416782"/>
                    </a:ext>
                  </a:extLst>
                </a:gridCol>
              </a:tblGrid>
              <a:tr h="370840">
                <a:tc>
                  <a:txBody>
                    <a:bodyPr/>
                    <a:lstStyle/>
                    <a:p>
                      <a:pPr algn="ctr"/>
                      <a:r>
                        <a:rPr lang="en-US" sz="1600" dirty="0"/>
                        <a:t>Date</a:t>
                      </a:r>
                    </a:p>
                  </a:txBody>
                  <a:tcPr/>
                </a:tc>
                <a:tc>
                  <a:txBody>
                    <a:bodyPr/>
                    <a:lstStyle/>
                    <a:p>
                      <a:pPr algn="ctr"/>
                      <a:r>
                        <a:rPr lang="en-US" sz="1600" dirty="0"/>
                        <a:t>Note</a:t>
                      </a:r>
                    </a:p>
                  </a:txBody>
                  <a:tcPr/>
                </a:tc>
                <a:extLst>
                  <a:ext uri="{0D108BD9-81ED-4DB2-BD59-A6C34878D82A}">
                    <a16:rowId xmlns:a16="http://schemas.microsoft.com/office/drawing/2014/main" val="2016263448"/>
                  </a:ext>
                </a:extLst>
              </a:tr>
              <a:tr h="370840">
                <a:tc>
                  <a:txBody>
                    <a:bodyPr/>
                    <a:lstStyle/>
                    <a:p>
                      <a:r>
                        <a:rPr lang="en-US" sz="1600" dirty="0"/>
                        <a:t>2026-10-13</a:t>
                      </a:r>
                    </a:p>
                  </a:txBody>
                  <a:tcPr/>
                </a:tc>
                <a:tc>
                  <a:txBody>
                    <a:bodyPr/>
                    <a:lstStyle/>
                    <a:p>
                      <a:r>
                        <a:rPr lang="en-US" sz="1600" dirty="0"/>
                        <a:t>1</a:t>
                      </a:r>
                      <a:r>
                        <a:rPr lang="en-US" sz="1600" baseline="30000" dirty="0"/>
                        <a:t>st</a:t>
                      </a:r>
                      <a:r>
                        <a:rPr lang="en-US" sz="1600" dirty="0"/>
                        <a:t> version, with Charu’s CAPEX values ($1600/</a:t>
                      </a:r>
                      <a:r>
                        <a:rPr lang="en-US" sz="1600" dirty="0" err="1"/>
                        <a:t>kW</a:t>
                      </a:r>
                      <a:r>
                        <a:rPr lang="en-US" sz="1600" baseline="-25000" dirty="0" err="1"/>
                        <a:t>ac</a:t>
                      </a:r>
                      <a:r>
                        <a:rPr lang="en-US" sz="1600" dirty="0"/>
                        <a:t> for Solar, $2000/kW for Wind, $2500/kW for 7HA, $3000 for LM2500). </a:t>
                      </a:r>
                    </a:p>
                  </a:txBody>
                  <a:tcPr/>
                </a:tc>
                <a:extLst>
                  <a:ext uri="{0D108BD9-81ED-4DB2-BD59-A6C34878D82A}">
                    <a16:rowId xmlns:a16="http://schemas.microsoft.com/office/drawing/2014/main" val="526040473"/>
                  </a:ext>
                </a:extLst>
              </a:tr>
              <a:tr h="370840">
                <a:tc>
                  <a:txBody>
                    <a:bodyPr/>
                    <a:lstStyle/>
                    <a:p>
                      <a:r>
                        <a:rPr lang="en-US" sz="1600" dirty="0"/>
                        <a:t>2026-10-16</a:t>
                      </a:r>
                    </a:p>
                  </a:txBody>
                  <a:tcPr/>
                </a:tc>
                <a:tc>
                  <a:txBody>
                    <a:bodyPr/>
                    <a:lstStyle/>
                    <a:p>
                      <a:r>
                        <a:rPr lang="en-US" sz="1600" dirty="0"/>
                        <a:t>2</a:t>
                      </a:r>
                      <a:r>
                        <a:rPr lang="en-US" sz="1600" baseline="30000" dirty="0"/>
                        <a:t>nd</a:t>
                      </a:r>
                      <a:r>
                        <a:rPr lang="en-US" sz="1600" dirty="0"/>
                        <a:t> version, fix data error for BESS Sizing (for those configurations without GT) in the data file. </a:t>
                      </a:r>
                    </a:p>
                  </a:txBody>
                  <a:tcPr/>
                </a:tc>
                <a:extLst>
                  <a:ext uri="{0D108BD9-81ED-4DB2-BD59-A6C34878D82A}">
                    <a16:rowId xmlns:a16="http://schemas.microsoft.com/office/drawing/2014/main" val="2180454179"/>
                  </a:ext>
                </a:extLst>
              </a:tr>
            </a:tbl>
          </a:graphicData>
        </a:graphic>
      </p:graphicFrame>
    </p:spTree>
    <p:extLst>
      <p:ext uri="{BB962C8B-B14F-4D97-AF65-F5344CB8AC3E}">
        <p14:creationId xmlns:p14="http://schemas.microsoft.com/office/powerpoint/2010/main" val="4864825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a:spLocks noGrp="1"/>
          </p:cNvSpPr>
          <p:nvPr>
            <p:ph type="title"/>
          </p:nvPr>
        </p:nvSpPr>
        <p:spPr/>
        <p:txBody>
          <a:bodyPr/>
          <a:lstStyle/>
          <a:p>
            <a:r>
              <a:rPr lang="en-US" dirty="0">
                <a:latin typeface="Calibri" panose="020F0502020204030204" pitchFamily="34" charset="0"/>
                <a:ea typeface="Times New Roman" panose="02020603050405020304" pitchFamily="18" charset="0"/>
              </a:rPr>
              <a:t>DISCLAIMER NOTICE </a:t>
            </a:r>
            <a:endParaRPr lang="en-US" dirty="0"/>
          </a:p>
        </p:txBody>
      </p:sp>
      <p:sp>
        <p:nvSpPr>
          <p:cNvPr id="19" name="Text Placeholder 18">
            <a:extLst>
              <a:ext uri="{FF2B5EF4-FFF2-40B4-BE49-F238E27FC236}">
                <a16:creationId xmlns:a16="http://schemas.microsoft.com/office/drawing/2014/main" id="{FC272D54-E7BC-497C-AEAB-F28088FA84A3}"/>
              </a:ext>
            </a:extLst>
          </p:cNvPr>
          <p:cNvSpPr>
            <a:spLocks noGrp="1"/>
          </p:cNvSpPr>
          <p:nvPr>
            <p:ph idx="1"/>
          </p:nvPr>
        </p:nvSpPr>
        <p:spPr>
          <a:xfrm>
            <a:off x="470807" y="1058617"/>
            <a:ext cx="11250386" cy="4806950"/>
          </a:xfrm>
        </p:spPr>
        <p:txBody>
          <a:bodyPr/>
          <a:lstStyle/>
          <a:p>
            <a:pPr marL="285750" indent="-285750">
              <a:buFont typeface="Arial" panose="020B0604020202020204" pitchFamily="34" charset="0"/>
              <a:buChar char="•"/>
            </a:pPr>
            <a:r>
              <a:rPr lang="en-US" b="0" dirty="0"/>
              <a:t>This study is based on plant hourly plant operation simulation. </a:t>
            </a:r>
          </a:p>
          <a:p>
            <a:pPr marL="285750" indent="-285750">
              <a:buFont typeface="Arial" panose="020B0604020202020204" pitchFamily="34" charset="0"/>
              <a:buChar char="•"/>
            </a:pPr>
            <a:r>
              <a:rPr lang="en-US" b="0" dirty="0"/>
              <a:t>This study is not a substitute for a power system analysis. </a:t>
            </a:r>
          </a:p>
          <a:p>
            <a:pPr marL="285750" indent="-285750">
              <a:buFont typeface="Arial" panose="020B0604020202020204" pitchFamily="34" charset="0"/>
              <a:buChar char="•"/>
            </a:pPr>
            <a:r>
              <a:rPr lang="en-US" b="0" dirty="0"/>
              <a:t>This study is not a substitute for Wind Resource Analysis (WRA). </a:t>
            </a:r>
          </a:p>
          <a:p>
            <a:pPr marL="285750" indent="-285750">
              <a:buFont typeface="Arial" panose="020B0604020202020204" pitchFamily="34" charset="0"/>
              <a:buChar char="•"/>
            </a:pPr>
            <a:r>
              <a:rPr lang="en-US" dirty="0"/>
              <a:t>Equipment/system availability calculation is out of the scope for this study. </a:t>
            </a:r>
          </a:p>
          <a:p>
            <a:pPr marL="285750" indent="-285750">
              <a:buFont typeface="Arial" panose="020B0604020202020204" pitchFamily="34" charset="0"/>
              <a:buChar char="•"/>
            </a:pPr>
            <a:r>
              <a:rPr lang="en-US" b="0" dirty="0"/>
              <a:t>Redundant </a:t>
            </a:r>
            <a:r>
              <a:rPr lang="en-US" dirty="0"/>
              <a:t>equipment unit calculation is out of the scope for this study. </a:t>
            </a:r>
          </a:p>
          <a:p>
            <a:pPr marL="285750" indent="-285750">
              <a:buFont typeface="Arial" panose="020B0604020202020204" pitchFamily="34" charset="0"/>
              <a:buChar char="•"/>
            </a:pPr>
            <a:r>
              <a:rPr lang="en-US" dirty="0"/>
              <a:t>The study is limited to evaluate maximum 2 different types of gas turbines together in individual configuration. </a:t>
            </a:r>
            <a:endParaRPr lang="en-US" b="0" dirty="0"/>
          </a:p>
          <a:p>
            <a:pPr marL="285750" indent="-285750">
              <a:buFont typeface="Arial" panose="020B0604020202020204" pitchFamily="34" charset="0"/>
              <a:buChar char="•"/>
            </a:pPr>
            <a:r>
              <a:rPr lang="en-US" b="0" dirty="0"/>
              <a:t>This study is not binding; and does not create any obligations on the part of GEV company or any of its affiliates. The recommended products or system design and budgetary pricing,  contained in this Study, are subject to change, including, without limitation, as additional information comes to the attention of GEV.</a:t>
            </a:r>
          </a:p>
        </p:txBody>
      </p:sp>
      <p:sp>
        <p:nvSpPr>
          <p:cNvPr id="4" name="Text Placeholder 18">
            <a:extLst>
              <a:ext uri="{FF2B5EF4-FFF2-40B4-BE49-F238E27FC236}">
                <a16:creationId xmlns:a16="http://schemas.microsoft.com/office/drawing/2014/main" id="{6E747346-DD00-A2C7-C64C-BA9BA6BEB83D}"/>
              </a:ext>
            </a:extLst>
          </p:cNvPr>
          <p:cNvSpPr txBox="1">
            <a:spLocks/>
          </p:cNvSpPr>
          <p:nvPr/>
        </p:nvSpPr>
        <p:spPr>
          <a:xfrm>
            <a:off x="5079723" y="2036152"/>
            <a:ext cx="6426988" cy="3763231"/>
          </a:xfrm>
          <a:prstGeom prst="rect">
            <a:avLst/>
          </a:prstGeom>
        </p:spPr>
        <p:txBody>
          <a:bodyPr lIns="0" tIns="0" rIns="0" bIns="0" anchor="t"/>
          <a:lstStyle>
            <a:lvl1pPr marL="0" algn="l">
              <a:lnSpc>
                <a:spcPct val="100000"/>
              </a:lnSpc>
              <a:spcBef>
                <a:spcPts val="728"/>
              </a:spcBef>
              <a:defRPr lang="en-US" sz="970" b="0">
                <a:solidFill>
                  <a:srgbClr val="212121"/>
                </a:solidFill>
                <a:latin typeface="Inter" panose="02000503000000020004" pitchFamily="2" charset="0"/>
                <a:ea typeface="+mn-ea"/>
                <a:cs typeface="Arial" panose="020B0604020202020204" pitchFamily="34" charset="0"/>
              </a:defRPr>
            </a:lvl1pPr>
            <a:lvl2pPr marL="277200">
              <a:defRPr>
                <a:latin typeface="+mn-lt"/>
                <a:ea typeface="+mn-ea"/>
                <a:cs typeface="+mn-cs"/>
              </a:defRPr>
            </a:lvl2pPr>
            <a:lvl3pPr marL="554401">
              <a:defRPr>
                <a:latin typeface="+mn-lt"/>
                <a:ea typeface="+mn-ea"/>
                <a:cs typeface="+mn-cs"/>
              </a:defRPr>
            </a:lvl3pPr>
            <a:lvl4pPr marL="831601">
              <a:defRPr>
                <a:latin typeface="+mn-lt"/>
                <a:ea typeface="+mn-ea"/>
                <a:cs typeface="+mn-cs"/>
              </a:defRPr>
            </a:lvl4pPr>
            <a:lvl5pPr marL="1108801">
              <a:defRPr>
                <a:latin typeface="+mn-lt"/>
                <a:ea typeface="+mn-ea"/>
                <a:cs typeface="+mn-cs"/>
              </a:defRPr>
            </a:lvl5pPr>
            <a:lvl6pPr marL="1386002">
              <a:defRPr>
                <a:latin typeface="+mn-lt"/>
                <a:ea typeface="+mn-ea"/>
                <a:cs typeface="+mn-cs"/>
              </a:defRPr>
            </a:lvl6pPr>
            <a:lvl7pPr marL="1663202">
              <a:defRPr>
                <a:latin typeface="+mn-lt"/>
                <a:ea typeface="+mn-ea"/>
                <a:cs typeface="+mn-cs"/>
              </a:defRPr>
            </a:lvl7pPr>
            <a:lvl8pPr marL="1940403">
              <a:defRPr>
                <a:latin typeface="+mn-lt"/>
                <a:ea typeface="+mn-ea"/>
                <a:cs typeface="+mn-cs"/>
              </a:defRPr>
            </a:lvl8pPr>
            <a:lvl9pPr marL="2217603">
              <a:defRPr>
                <a:latin typeface="+mn-lt"/>
                <a:ea typeface="+mn-ea"/>
                <a:cs typeface="+mn-cs"/>
              </a:defRPr>
            </a:lvl9pPr>
          </a:lstStyle>
          <a:p>
            <a:pPr>
              <a:spcBef>
                <a:spcPts val="0"/>
              </a:spcBef>
            </a:pPr>
            <a:endParaRPr lang="en-US" sz="1300" dirty="0">
              <a:ea typeface="Inter" panose="02000503000000020004" pitchFamily="2" charset="0"/>
            </a:endParaRPr>
          </a:p>
        </p:txBody>
      </p:sp>
      <p:sp>
        <p:nvSpPr>
          <p:cNvPr id="16" name="Footer Placeholder 15">
            <a:extLst>
              <a:ext uri="{FF2B5EF4-FFF2-40B4-BE49-F238E27FC236}">
                <a16:creationId xmlns:a16="http://schemas.microsoft.com/office/drawing/2014/main" id="{1DDC1C9A-2D5E-61CC-8D37-D3758746096E}"/>
              </a:ext>
            </a:extLst>
          </p:cNvPr>
          <p:cNvSpPr>
            <a:spLocks noGrp="1"/>
          </p:cNvSpPr>
          <p:nvPr>
            <p:ph type="ftr" sz="quarter" idx="11"/>
          </p:nvPr>
        </p:nvSpPr>
        <p:spPr/>
        <p:txBody>
          <a:bodyPr/>
          <a:lstStyle/>
          <a:p>
            <a:r>
              <a:rPr lang="en-US"/>
              <a:t>© 2023 GE Vernova and/or its affiliates. All rights reserved.</a:t>
            </a:r>
            <a:endParaRPr lang="en-US" dirty="0"/>
          </a:p>
        </p:txBody>
      </p:sp>
      <p:sp>
        <p:nvSpPr>
          <p:cNvPr id="18" name="Slide Number Placeholder 17">
            <a:extLst>
              <a:ext uri="{FF2B5EF4-FFF2-40B4-BE49-F238E27FC236}">
                <a16:creationId xmlns:a16="http://schemas.microsoft.com/office/drawing/2014/main" id="{C771F488-CC81-D9C8-AC62-3416C9886456}"/>
              </a:ext>
            </a:extLst>
          </p:cNvPr>
          <p:cNvSpPr>
            <a:spLocks noGrp="1"/>
          </p:cNvSpPr>
          <p:nvPr>
            <p:ph type="sldNum" sz="quarter" idx="12"/>
          </p:nvPr>
        </p:nvSpPr>
        <p:spPr/>
        <p:txBody>
          <a:bodyPr/>
          <a:lstStyle/>
          <a:p>
            <a:fld id="{7A7A97EF-C944-4447-B862-B593E9B4A0FF}" type="slidenum">
              <a:rPr lang="en-US" smtClean="0"/>
              <a:pPr/>
              <a:t>3</a:t>
            </a:fld>
            <a:endParaRPr lang="en-US" dirty="0"/>
          </a:p>
        </p:txBody>
      </p:sp>
      <p:sp>
        <p:nvSpPr>
          <p:cNvPr id="3" name="TextBox 2">
            <a:extLst>
              <a:ext uri="{FF2B5EF4-FFF2-40B4-BE49-F238E27FC236}">
                <a16:creationId xmlns:a16="http://schemas.microsoft.com/office/drawing/2014/main" id="{33C0ED09-E69A-CDDA-8EFE-3E4B233E1B34}"/>
              </a:ext>
            </a:extLst>
          </p:cNvPr>
          <p:cNvSpPr txBox="1"/>
          <p:nvPr/>
        </p:nvSpPr>
        <p:spPr>
          <a:xfrm>
            <a:off x="715545" y="4285013"/>
            <a:ext cx="8937812" cy="1613646"/>
          </a:xfrm>
          <a:prstGeom prst="rect">
            <a:avLst/>
          </a:prstGeom>
          <a:noFill/>
        </p:spPr>
        <p:txBody>
          <a:bodyPr wrap="square" lIns="0" tIns="0" rIns="0" bIns="0" rtlCol="0">
            <a:noAutofit/>
          </a:bodyPr>
          <a:lstStyle/>
          <a:p>
            <a:pPr algn="l">
              <a:spcAft>
                <a:spcPts val="600"/>
              </a:spcAft>
            </a:pPr>
            <a:r>
              <a:rPr lang="en-US" sz="1600" dirty="0"/>
              <a:t>Load Compliance Factor (LCF)</a:t>
            </a:r>
          </a:p>
          <a:p>
            <a:pPr marL="285750" indent="-285750" algn="l">
              <a:spcAft>
                <a:spcPts val="600"/>
              </a:spcAft>
              <a:buFont typeface="Arial" panose="020B0604020202020204" pitchFamily="34" charset="0"/>
              <a:buChar char="•"/>
            </a:pPr>
            <a:r>
              <a:rPr lang="en-US" sz="1600" dirty="0"/>
              <a:t>For individual hour:</a:t>
            </a:r>
          </a:p>
          <a:p>
            <a:pPr marL="742950" lvl="1" indent="-285750">
              <a:spcAft>
                <a:spcPts val="600"/>
              </a:spcAft>
              <a:buFont typeface="Arial" panose="020B0604020202020204" pitchFamily="34" charset="0"/>
              <a:buChar char="•"/>
            </a:pPr>
            <a:r>
              <a:rPr lang="en-US" sz="1600" dirty="0"/>
              <a:t>If plant output exactly meets load demand, LCF=1.</a:t>
            </a:r>
          </a:p>
          <a:p>
            <a:pPr marL="742950" lvl="1" indent="-285750">
              <a:spcAft>
                <a:spcPts val="600"/>
              </a:spcAft>
              <a:buFont typeface="Arial" panose="020B0604020202020204" pitchFamily="34" charset="0"/>
              <a:buChar char="•"/>
            </a:pPr>
            <a:r>
              <a:rPr lang="en-US" sz="1600" dirty="0"/>
              <a:t>If plant output fails to meet load demand, LCF =0. </a:t>
            </a:r>
          </a:p>
          <a:p>
            <a:pPr marL="285750" indent="-285750" algn="l">
              <a:spcAft>
                <a:spcPts val="600"/>
              </a:spcAft>
              <a:buFont typeface="Arial" panose="020B0604020202020204" pitchFamily="34" charset="0"/>
              <a:buChar char="•"/>
            </a:pPr>
            <a:r>
              <a:rPr lang="en-US" sz="1600" dirty="0"/>
              <a:t>Average a year’s 8760 hours’ LCF for the year to get annual LCF. </a:t>
            </a:r>
          </a:p>
        </p:txBody>
      </p:sp>
    </p:spTree>
    <p:extLst>
      <p:ext uri="{BB962C8B-B14F-4D97-AF65-F5344CB8AC3E}">
        <p14:creationId xmlns:p14="http://schemas.microsoft.com/office/powerpoint/2010/main" val="9560787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2B6652-2AC2-F6B5-CDCC-F7CEF830E515}"/>
            </a:ext>
          </a:extLst>
        </p:cNvPr>
        <p:cNvGrpSpPr/>
        <p:nvPr/>
      </p:nvGrpSpPr>
      <p:grpSpPr>
        <a:xfrm>
          <a:off x="0" y="0"/>
          <a:ext cx="0" cy="0"/>
          <a:chOff x="0" y="0"/>
          <a:chExt cx="0" cy="0"/>
        </a:xfrm>
      </p:grpSpPr>
      <p:sp>
        <p:nvSpPr>
          <p:cNvPr id="200" name="Rectangle 199">
            <a:extLst>
              <a:ext uri="{FF2B5EF4-FFF2-40B4-BE49-F238E27FC236}">
                <a16:creationId xmlns:a16="http://schemas.microsoft.com/office/drawing/2014/main" id="{332E69BD-42B4-111F-8273-BC38FE2C9113}"/>
              </a:ext>
            </a:extLst>
          </p:cNvPr>
          <p:cNvSpPr/>
          <p:nvPr/>
        </p:nvSpPr>
        <p:spPr>
          <a:xfrm>
            <a:off x="2429485" y="2052888"/>
            <a:ext cx="99062" cy="423587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spcAft>
                <a:spcPts val="600"/>
              </a:spcAft>
            </a:pPr>
            <a:endParaRPr lang="en-US">
              <a:solidFill>
                <a:schemeClr val="tx1"/>
              </a:solidFill>
            </a:endParaRPr>
          </a:p>
        </p:txBody>
      </p:sp>
      <p:graphicFrame>
        <p:nvGraphicFramePr>
          <p:cNvPr id="6" name="think-cell data - do not delete" hidden="1">
            <a:extLst>
              <a:ext uri="{FF2B5EF4-FFF2-40B4-BE49-F238E27FC236}">
                <a16:creationId xmlns:a16="http://schemas.microsoft.com/office/drawing/2014/main" id="{FB01E448-F633-F315-82F6-770642B6E27D}"/>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think-cell data - do not delete" hidden="1">
                        <a:extLst>
                          <a:ext uri="{FF2B5EF4-FFF2-40B4-BE49-F238E27FC236}">
                            <a16:creationId xmlns:a16="http://schemas.microsoft.com/office/drawing/2014/main" id="{FB01E448-F633-F315-82F6-770642B6E27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Footer Placeholder 2">
            <a:extLst>
              <a:ext uri="{FF2B5EF4-FFF2-40B4-BE49-F238E27FC236}">
                <a16:creationId xmlns:a16="http://schemas.microsoft.com/office/drawing/2014/main" id="{C994F749-CB98-EB44-A0CA-1B118019B392}"/>
              </a:ext>
            </a:extLst>
          </p:cNvPr>
          <p:cNvSpPr>
            <a:spLocks noGrp="1"/>
          </p:cNvSpPr>
          <p:nvPr>
            <p:ph type="ftr" sz="quarter" idx="11"/>
          </p:nvPr>
        </p:nvSpPr>
        <p:spPr>
          <a:xfrm>
            <a:off x="419100" y="6492875"/>
            <a:ext cx="3612938" cy="244653"/>
          </a:xfrm>
          <a:prstGeom prst="rect">
            <a:avLst/>
          </a:prstGeom>
        </p:spPr>
        <p:txBody>
          <a:bodyPr vert="horz" lIns="0" tIns="0" rIns="0" bIns="0" rtlCol="0" anchor="t" anchorCtr="0"/>
          <a:lstStyle>
            <a:defPPr>
              <a:defRPr lang="en-US"/>
            </a:defPPr>
            <a:lvl1pPr marL="0" algn="l" defTabSz="914400" rtl="0" eaLnBrk="1" latinLnBrk="0" hangingPunct="1">
              <a:defRPr sz="700" kern="1200">
                <a:solidFill>
                  <a:srgbClr val="212121"/>
                </a:solidFill>
                <a:latin typeface="Inter" panose="02000503000000020004"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defRPr/>
            </a:pPr>
            <a:r>
              <a:rPr lang="en-US" dirty="0"/>
              <a:t>© 2025 GE Vernova and/or its affiliates. All rights reserved. Confidential. Not to be copied, reproduced or distributed outside of GE Vernova without prior approval. </a:t>
            </a:r>
          </a:p>
        </p:txBody>
      </p:sp>
      <p:sp>
        <p:nvSpPr>
          <p:cNvPr id="4" name="Slide Number Placeholder 3">
            <a:extLst>
              <a:ext uri="{FF2B5EF4-FFF2-40B4-BE49-F238E27FC236}">
                <a16:creationId xmlns:a16="http://schemas.microsoft.com/office/drawing/2014/main" id="{8A4B343F-5AE3-9D97-1253-2F6C9EA8938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A7A97EF-C944-4447-B862-B593E9B4A0FF}" type="slidenum">
              <a:rPr kumimoji="0" lang="en-US" sz="800" b="0" i="0" u="none" strike="noStrike" kern="1200" cap="none" spc="0" normalizeH="0" baseline="0" noProof="0" smtClean="0">
                <a:ln>
                  <a:noFill/>
                </a:ln>
                <a:solidFill>
                  <a:srgbClr val="212121"/>
                </a:solidFill>
                <a:effectLst/>
                <a:uLnTx/>
                <a:uFillTx/>
                <a:latin typeface="Inter" panose="02000503000000020004"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800" b="0" i="0" u="none" strike="noStrike" kern="1200" cap="none" spc="0" normalizeH="0" baseline="0" noProof="0" dirty="0">
              <a:ln>
                <a:noFill/>
              </a:ln>
              <a:solidFill>
                <a:srgbClr val="212121"/>
              </a:solidFill>
              <a:effectLst/>
              <a:uLnTx/>
              <a:uFillTx/>
              <a:latin typeface="Inter" panose="02000503000000020004" pitchFamily="2" charset="0"/>
              <a:ea typeface="+mn-ea"/>
              <a:cs typeface="+mn-cs"/>
            </a:endParaRPr>
          </a:p>
        </p:txBody>
      </p:sp>
      <p:sp>
        <p:nvSpPr>
          <p:cNvPr id="2" name="Title 1">
            <a:extLst>
              <a:ext uri="{FF2B5EF4-FFF2-40B4-BE49-F238E27FC236}">
                <a16:creationId xmlns:a16="http://schemas.microsoft.com/office/drawing/2014/main" id="{71635DEA-9C99-F664-A217-47B73607CC5A}"/>
              </a:ext>
            </a:extLst>
          </p:cNvPr>
          <p:cNvSpPr>
            <a:spLocks noGrp="1"/>
          </p:cNvSpPr>
          <p:nvPr>
            <p:ph type="title"/>
          </p:nvPr>
        </p:nvSpPr>
        <p:spPr/>
        <p:txBody>
          <a:bodyPr vert="horz"/>
          <a:lstStyle/>
          <a:p>
            <a:r>
              <a:rPr lang="en-US" dirty="0"/>
              <a:t>Hybrid Power Plant for 200MW Round-the-Clock Load</a:t>
            </a:r>
          </a:p>
        </p:txBody>
      </p:sp>
      <p:sp>
        <p:nvSpPr>
          <p:cNvPr id="10" name="Text Placeholder 9">
            <a:extLst>
              <a:ext uri="{FF2B5EF4-FFF2-40B4-BE49-F238E27FC236}">
                <a16:creationId xmlns:a16="http://schemas.microsoft.com/office/drawing/2014/main" id="{3CB2ACCA-4794-E56C-1BC3-01C71054E36A}"/>
              </a:ext>
            </a:extLst>
          </p:cNvPr>
          <p:cNvSpPr>
            <a:spLocks noGrp="1"/>
          </p:cNvSpPr>
          <p:nvPr>
            <p:ph type="body" sz="quarter" idx="13"/>
          </p:nvPr>
        </p:nvSpPr>
        <p:spPr>
          <a:xfrm>
            <a:off x="419100" y="889824"/>
            <a:ext cx="11353800" cy="229164"/>
          </a:xfrm>
        </p:spPr>
        <p:txBody>
          <a:bodyPr/>
          <a:lstStyle/>
          <a:p>
            <a:r>
              <a:rPr lang="en-US" b="0" dirty="0"/>
              <a:t>Wind + Solar + BESS + LM2500</a:t>
            </a:r>
          </a:p>
        </p:txBody>
      </p:sp>
      <p:sp>
        <p:nvSpPr>
          <p:cNvPr id="128" name="Rectangle 127">
            <a:extLst>
              <a:ext uri="{FF2B5EF4-FFF2-40B4-BE49-F238E27FC236}">
                <a16:creationId xmlns:a16="http://schemas.microsoft.com/office/drawing/2014/main" id="{F6FEF68C-8449-C44D-C3F0-90A4D353452B}"/>
              </a:ext>
            </a:extLst>
          </p:cNvPr>
          <p:cNvSpPr/>
          <p:nvPr/>
        </p:nvSpPr>
        <p:spPr>
          <a:xfrm>
            <a:off x="6374792" y="1125415"/>
            <a:ext cx="99062" cy="521842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spcAft>
                <a:spcPts val="600"/>
              </a:spcAft>
            </a:pPr>
            <a:endParaRPr lang="en-US">
              <a:solidFill>
                <a:schemeClr val="tx1"/>
              </a:solidFill>
            </a:endParaRPr>
          </a:p>
        </p:txBody>
      </p:sp>
      <p:cxnSp>
        <p:nvCxnSpPr>
          <p:cNvPr id="129" name="Straight Connector 128">
            <a:extLst>
              <a:ext uri="{FF2B5EF4-FFF2-40B4-BE49-F238E27FC236}">
                <a16:creationId xmlns:a16="http://schemas.microsoft.com/office/drawing/2014/main" id="{281E9851-8B0C-53EF-4A1D-523222773DE9}"/>
              </a:ext>
            </a:extLst>
          </p:cNvPr>
          <p:cNvCxnSpPr>
            <a:cxnSpLocks/>
            <a:stCxn id="128" idx="0"/>
            <a:endCxn id="128" idx="2"/>
          </p:cNvCxnSpPr>
          <p:nvPr/>
        </p:nvCxnSpPr>
        <p:spPr>
          <a:xfrm>
            <a:off x="6424323" y="1125415"/>
            <a:ext cx="0" cy="521842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Graphic 4">
            <a:extLst>
              <a:ext uri="{FF2B5EF4-FFF2-40B4-BE49-F238E27FC236}">
                <a16:creationId xmlns:a16="http://schemas.microsoft.com/office/drawing/2014/main" id="{B0E009B2-083F-ACCD-8575-080A013A88F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04699" y="1871240"/>
            <a:ext cx="543146" cy="363294"/>
          </a:xfrm>
          <a:prstGeom prst="rect">
            <a:avLst/>
          </a:prstGeom>
        </p:spPr>
      </p:pic>
      <p:pic>
        <p:nvPicPr>
          <p:cNvPr id="7" name="Graphic 4">
            <a:extLst>
              <a:ext uri="{FF2B5EF4-FFF2-40B4-BE49-F238E27FC236}">
                <a16:creationId xmlns:a16="http://schemas.microsoft.com/office/drawing/2014/main" id="{F5286837-85CE-DCED-9E66-774D1FED891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04699" y="2353195"/>
            <a:ext cx="543146" cy="363294"/>
          </a:xfrm>
          <a:prstGeom prst="rect">
            <a:avLst/>
          </a:prstGeom>
        </p:spPr>
      </p:pic>
      <p:cxnSp>
        <p:nvCxnSpPr>
          <p:cNvPr id="26" name="Straight Connector 25">
            <a:extLst>
              <a:ext uri="{FF2B5EF4-FFF2-40B4-BE49-F238E27FC236}">
                <a16:creationId xmlns:a16="http://schemas.microsoft.com/office/drawing/2014/main" id="{044986DF-A780-F301-92B2-268891354267}"/>
              </a:ext>
            </a:extLst>
          </p:cNvPr>
          <p:cNvCxnSpPr>
            <a:cxnSpLocks/>
            <a:stCxn id="5" idx="3"/>
            <a:endCxn id="65" idx="1"/>
          </p:cNvCxnSpPr>
          <p:nvPr/>
        </p:nvCxnSpPr>
        <p:spPr>
          <a:xfrm>
            <a:off x="1347845" y="2052887"/>
            <a:ext cx="324057"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DEFBEA68-A1BB-7F07-66CA-640522E450CE}"/>
              </a:ext>
            </a:extLst>
          </p:cNvPr>
          <p:cNvCxnSpPr>
            <a:cxnSpLocks/>
            <a:stCxn id="7" idx="3"/>
          </p:cNvCxnSpPr>
          <p:nvPr/>
        </p:nvCxnSpPr>
        <p:spPr>
          <a:xfrm>
            <a:off x="1347845" y="2534842"/>
            <a:ext cx="29390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E9542B2-F2B4-5410-F1D3-B3957E00DF1A}"/>
              </a:ext>
            </a:extLst>
          </p:cNvPr>
          <p:cNvCxnSpPr>
            <a:cxnSpLocks/>
            <a:endCxn id="75" idx="1"/>
          </p:cNvCxnSpPr>
          <p:nvPr/>
        </p:nvCxnSpPr>
        <p:spPr>
          <a:xfrm flipV="1">
            <a:off x="1347845" y="5250808"/>
            <a:ext cx="324057" cy="242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B1D9F51A-0F81-A4D0-893F-765117D544E7}"/>
              </a:ext>
            </a:extLst>
          </p:cNvPr>
          <p:cNvCxnSpPr>
            <a:cxnSpLocks/>
            <a:endCxn id="78" idx="1"/>
          </p:cNvCxnSpPr>
          <p:nvPr/>
        </p:nvCxnSpPr>
        <p:spPr>
          <a:xfrm>
            <a:off x="1347845" y="6002176"/>
            <a:ext cx="324057"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F3C272BD-5172-D77A-FD73-AE3D94DBA20E}"/>
              </a:ext>
            </a:extLst>
          </p:cNvPr>
          <p:cNvCxnSpPr>
            <a:cxnSpLocks/>
            <a:endCxn id="200" idx="2"/>
          </p:cNvCxnSpPr>
          <p:nvPr/>
        </p:nvCxnSpPr>
        <p:spPr>
          <a:xfrm>
            <a:off x="2479016" y="2052887"/>
            <a:ext cx="0" cy="423587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4E80276F-CDE8-23C1-E120-2EA69255740F}"/>
              </a:ext>
            </a:extLst>
          </p:cNvPr>
          <p:cNvCxnSpPr>
            <a:cxnSpLocks/>
            <a:stCxn id="64" idx="3"/>
            <a:endCxn id="40" idx="1"/>
          </p:cNvCxnSpPr>
          <p:nvPr/>
        </p:nvCxnSpPr>
        <p:spPr>
          <a:xfrm>
            <a:off x="3208947" y="2978916"/>
            <a:ext cx="84938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9" name="Group 38">
            <a:extLst>
              <a:ext uri="{FF2B5EF4-FFF2-40B4-BE49-F238E27FC236}">
                <a16:creationId xmlns:a16="http://schemas.microsoft.com/office/drawing/2014/main" id="{45EDA0DD-CF0A-D6C3-1BA4-32C5E211526B}"/>
              </a:ext>
            </a:extLst>
          </p:cNvPr>
          <p:cNvGrpSpPr/>
          <p:nvPr/>
        </p:nvGrpSpPr>
        <p:grpSpPr>
          <a:xfrm>
            <a:off x="4058327" y="2759494"/>
            <a:ext cx="596346" cy="438843"/>
            <a:chOff x="5842715" y="5001087"/>
            <a:chExt cx="596346" cy="438843"/>
          </a:xfrm>
        </p:grpSpPr>
        <p:pic>
          <p:nvPicPr>
            <p:cNvPr id="40" name="Graphic 23">
              <a:extLst>
                <a:ext uri="{FF2B5EF4-FFF2-40B4-BE49-F238E27FC236}">
                  <a16:creationId xmlns:a16="http://schemas.microsoft.com/office/drawing/2014/main" id="{FD7261CC-7D74-8C46-B28D-D8551CA2015D}"/>
                </a:ext>
              </a:extLst>
            </p:cNvPr>
            <p:cNvPicPr>
              <a:picLocks noChangeAspect="1"/>
            </p:cNvPicPr>
            <p:nvPr/>
          </p:nvPicPr>
          <p:blipFill rotWithShape="1">
            <a:blip>
              <a:extLst>
                <a:ext uri="{96DAC541-7B7A-43D3-8B79-37D633B846F1}">
                  <asvg:svgBlip xmlns:asvg="http://schemas.microsoft.com/office/drawing/2016/SVG/main" r:embed="rId6"/>
                </a:ext>
              </a:extLst>
            </a:blip>
            <a:srcRect l="72609"/>
            <a:stretch/>
          </p:blipFill>
          <p:spPr>
            <a:xfrm>
              <a:off x="5842715" y="5001087"/>
              <a:ext cx="198798" cy="438843"/>
            </a:xfrm>
            <a:prstGeom prst="rect">
              <a:avLst/>
            </a:prstGeom>
          </p:spPr>
        </p:pic>
        <p:pic>
          <p:nvPicPr>
            <p:cNvPr id="41" name="Graphic 23">
              <a:extLst>
                <a:ext uri="{FF2B5EF4-FFF2-40B4-BE49-F238E27FC236}">
                  <a16:creationId xmlns:a16="http://schemas.microsoft.com/office/drawing/2014/main" id="{96D0BDD3-9A87-7C5C-4E07-3C063ACB1C6A}"/>
                </a:ext>
              </a:extLst>
            </p:cNvPr>
            <p:cNvPicPr>
              <a:picLocks noChangeAspect="1"/>
            </p:cNvPicPr>
            <p:nvPr/>
          </p:nvPicPr>
          <p:blipFill rotWithShape="1">
            <a:blip>
              <a:extLst>
                <a:ext uri="{96DAC541-7B7A-43D3-8B79-37D633B846F1}">
                  <asvg:svgBlip xmlns:asvg="http://schemas.microsoft.com/office/drawing/2016/SVG/main" r:embed="rId6"/>
                </a:ext>
              </a:extLst>
            </a:blip>
            <a:srcRect l="72609"/>
            <a:stretch/>
          </p:blipFill>
          <p:spPr>
            <a:xfrm>
              <a:off x="6041489" y="5001087"/>
              <a:ext cx="198798" cy="438843"/>
            </a:xfrm>
            <a:prstGeom prst="rect">
              <a:avLst/>
            </a:prstGeom>
          </p:spPr>
        </p:pic>
        <p:pic>
          <p:nvPicPr>
            <p:cNvPr id="42" name="Graphic 41">
              <a:extLst>
                <a:ext uri="{FF2B5EF4-FFF2-40B4-BE49-F238E27FC236}">
                  <a16:creationId xmlns:a16="http://schemas.microsoft.com/office/drawing/2014/main" id="{E5805B99-9270-B2ED-53C3-3867E1DA8C77}"/>
                </a:ext>
              </a:extLst>
            </p:cNvPr>
            <p:cNvPicPr>
              <a:picLocks noChangeAspect="1"/>
            </p:cNvPicPr>
            <p:nvPr/>
          </p:nvPicPr>
          <p:blipFill rotWithShape="1">
            <a:blip>
              <a:extLst>
                <a:ext uri="{96DAC541-7B7A-43D3-8B79-37D633B846F1}">
                  <asvg:svgBlip xmlns:asvg="http://schemas.microsoft.com/office/drawing/2016/SVG/main" r:embed="rId6"/>
                </a:ext>
              </a:extLst>
            </a:blip>
            <a:srcRect l="72609"/>
            <a:stretch/>
          </p:blipFill>
          <p:spPr>
            <a:xfrm>
              <a:off x="6240263" y="5001087"/>
              <a:ext cx="198798" cy="438843"/>
            </a:xfrm>
            <a:prstGeom prst="rect">
              <a:avLst/>
            </a:prstGeom>
          </p:spPr>
        </p:pic>
      </p:grpSp>
      <p:sp>
        <p:nvSpPr>
          <p:cNvPr id="43" name="TextBox 42">
            <a:extLst>
              <a:ext uri="{FF2B5EF4-FFF2-40B4-BE49-F238E27FC236}">
                <a16:creationId xmlns:a16="http://schemas.microsoft.com/office/drawing/2014/main" id="{A74A92A1-0406-60EB-0651-C148BF4C4D46}"/>
              </a:ext>
            </a:extLst>
          </p:cNvPr>
          <p:cNvSpPr txBox="1"/>
          <p:nvPr/>
        </p:nvSpPr>
        <p:spPr>
          <a:xfrm>
            <a:off x="3995202" y="3306341"/>
            <a:ext cx="722597" cy="244654"/>
          </a:xfrm>
          <a:prstGeom prst="rect">
            <a:avLst/>
          </a:prstGeom>
          <a:noFill/>
        </p:spPr>
        <p:txBody>
          <a:bodyPr wrap="none" lIns="0" tIns="0" rIns="0" bIns="0" rtlCol="0">
            <a:noAutofit/>
          </a:bodyPr>
          <a:lstStyle>
            <a:defPPr>
              <a:defRPr lang="en-US"/>
            </a:defPPr>
            <a:lvl1pPr marR="0" lvl="0" indent="0" algn="ctr" fontAlgn="auto">
              <a:lnSpc>
                <a:spcPct val="100000"/>
              </a:lnSpc>
              <a:spcBef>
                <a:spcPts val="0"/>
              </a:spcBef>
              <a:spcAft>
                <a:spcPts val="600"/>
              </a:spcAft>
              <a:buClrTx/>
              <a:buSzTx/>
              <a:buFontTx/>
              <a:buNone/>
              <a:tabLst/>
              <a:defRPr kumimoji="0" b="1" i="0" u="none" strike="noStrike" cap="none" spc="0" normalizeH="0" baseline="0">
                <a:ln>
                  <a:noFill/>
                </a:ln>
                <a:solidFill>
                  <a:srgbClr val="005E60"/>
                </a:solidFill>
                <a:effectLst/>
                <a:uLnTx/>
                <a:uFillTx/>
                <a:latin typeface="Inter"/>
              </a:defRPr>
            </a:lvl1pPr>
          </a:lstStyle>
          <a:p>
            <a:r>
              <a:rPr lang="en-US" sz="1600" dirty="0"/>
              <a:t>BESS</a:t>
            </a:r>
          </a:p>
        </p:txBody>
      </p:sp>
      <p:cxnSp>
        <p:nvCxnSpPr>
          <p:cNvPr id="50" name="Straight Connector 49">
            <a:extLst>
              <a:ext uri="{FF2B5EF4-FFF2-40B4-BE49-F238E27FC236}">
                <a16:creationId xmlns:a16="http://schemas.microsoft.com/office/drawing/2014/main" id="{AF111A32-1545-C22A-EE2E-4ED32BBDB434}"/>
              </a:ext>
            </a:extLst>
          </p:cNvPr>
          <p:cNvCxnSpPr>
            <a:cxnSpLocks/>
            <a:stCxn id="1035" idx="3"/>
            <a:endCxn id="212" idx="1"/>
          </p:cNvCxnSpPr>
          <p:nvPr/>
        </p:nvCxnSpPr>
        <p:spPr>
          <a:xfrm>
            <a:off x="3486707" y="1493114"/>
            <a:ext cx="545332"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F82C3709-5BC5-9DF4-6A04-E10A373BE9DF}"/>
              </a:ext>
            </a:extLst>
          </p:cNvPr>
          <p:cNvCxnSpPr>
            <a:cxnSpLocks/>
            <a:stCxn id="1035" idx="1"/>
          </p:cNvCxnSpPr>
          <p:nvPr/>
        </p:nvCxnSpPr>
        <p:spPr>
          <a:xfrm flipH="1">
            <a:off x="432711" y="1493114"/>
            <a:ext cx="515124"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16542063-43F4-04AF-5139-D7AF7B43D925}"/>
              </a:ext>
            </a:extLst>
          </p:cNvPr>
          <p:cNvCxnSpPr>
            <a:cxnSpLocks/>
          </p:cNvCxnSpPr>
          <p:nvPr/>
        </p:nvCxnSpPr>
        <p:spPr>
          <a:xfrm flipV="1">
            <a:off x="432712" y="1485365"/>
            <a:ext cx="0" cy="4516809"/>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9D95241F-5CCB-821C-086E-FC5AE11969BE}"/>
              </a:ext>
            </a:extLst>
          </p:cNvPr>
          <p:cNvCxnSpPr>
            <a:cxnSpLocks/>
          </p:cNvCxnSpPr>
          <p:nvPr/>
        </p:nvCxnSpPr>
        <p:spPr>
          <a:xfrm>
            <a:off x="432711" y="6002174"/>
            <a:ext cx="371988"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435E8261-5F66-F4A2-196F-3F96241A6A27}"/>
              </a:ext>
            </a:extLst>
          </p:cNvPr>
          <p:cNvCxnSpPr>
            <a:cxnSpLocks/>
          </p:cNvCxnSpPr>
          <p:nvPr/>
        </p:nvCxnSpPr>
        <p:spPr>
          <a:xfrm>
            <a:off x="432711" y="5255040"/>
            <a:ext cx="371988"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D7279164-BB2E-BAD0-A4C0-8C30F69F4377}"/>
              </a:ext>
            </a:extLst>
          </p:cNvPr>
          <p:cNvCxnSpPr>
            <a:cxnSpLocks/>
          </p:cNvCxnSpPr>
          <p:nvPr/>
        </p:nvCxnSpPr>
        <p:spPr>
          <a:xfrm>
            <a:off x="432711" y="2534842"/>
            <a:ext cx="371988"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3C12B09F-1204-04E9-47EE-79A33D604C5B}"/>
              </a:ext>
            </a:extLst>
          </p:cNvPr>
          <p:cNvCxnSpPr>
            <a:cxnSpLocks/>
          </p:cNvCxnSpPr>
          <p:nvPr/>
        </p:nvCxnSpPr>
        <p:spPr>
          <a:xfrm>
            <a:off x="432711" y="2056114"/>
            <a:ext cx="371988"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pic>
        <p:nvPicPr>
          <p:cNvPr id="61" name="Graphic 68">
            <a:extLst>
              <a:ext uri="{FF2B5EF4-FFF2-40B4-BE49-F238E27FC236}">
                <a16:creationId xmlns:a16="http://schemas.microsoft.com/office/drawing/2014/main" id="{1479ADFE-FA2F-50CC-4DFC-AFD92AC9B217}"/>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607017" y="4084036"/>
            <a:ext cx="640080" cy="471638"/>
          </a:xfrm>
          <a:prstGeom prst="rect">
            <a:avLst/>
          </a:prstGeom>
        </p:spPr>
      </p:pic>
      <p:sp>
        <p:nvSpPr>
          <p:cNvPr id="62" name="TextBox 61">
            <a:extLst>
              <a:ext uri="{FF2B5EF4-FFF2-40B4-BE49-F238E27FC236}">
                <a16:creationId xmlns:a16="http://schemas.microsoft.com/office/drawing/2014/main" id="{29A53764-B40A-FACE-DA34-F878828D171A}"/>
              </a:ext>
            </a:extLst>
          </p:cNvPr>
          <p:cNvSpPr txBox="1"/>
          <p:nvPr/>
        </p:nvSpPr>
        <p:spPr>
          <a:xfrm>
            <a:off x="4339308" y="3801842"/>
            <a:ext cx="1386370" cy="297761"/>
          </a:xfrm>
          <a:prstGeom prst="rect">
            <a:avLst/>
          </a:prstGeom>
          <a:noFill/>
        </p:spPr>
        <p:txBody>
          <a:bodyPr wrap="none" lIns="0" tIns="0" rIns="0" bIns="0" rtlCol="0">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600" b="1" i="0" u="none" strike="noStrike" kern="1200" cap="none" spc="0" normalizeH="0" baseline="0" noProof="0" dirty="0">
                <a:ln>
                  <a:noFill/>
                </a:ln>
                <a:solidFill>
                  <a:srgbClr val="005E60"/>
                </a:solidFill>
                <a:effectLst/>
                <a:uLnTx/>
                <a:uFillTx/>
                <a:latin typeface="Inter"/>
                <a:ea typeface="+mn-ea"/>
                <a:cs typeface="+mn-cs"/>
              </a:rPr>
              <a:t>Data Center</a:t>
            </a:r>
          </a:p>
        </p:txBody>
      </p:sp>
      <p:pic>
        <p:nvPicPr>
          <p:cNvPr id="64" name="Graphic 74">
            <a:extLst>
              <a:ext uri="{FF2B5EF4-FFF2-40B4-BE49-F238E27FC236}">
                <a16:creationId xmlns:a16="http://schemas.microsoft.com/office/drawing/2014/main" id="{541BCFF6-23B2-2ADC-5154-7C877AEB17F8}"/>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2854335" y="2817254"/>
            <a:ext cx="354612" cy="323323"/>
          </a:xfrm>
          <a:prstGeom prst="rect">
            <a:avLst/>
          </a:prstGeom>
        </p:spPr>
      </p:pic>
      <p:pic>
        <p:nvPicPr>
          <p:cNvPr id="65" name="Graphic 74">
            <a:extLst>
              <a:ext uri="{FF2B5EF4-FFF2-40B4-BE49-F238E27FC236}">
                <a16:creationId xmlns:a16="http://schemas.microsoft.com/office/drawing/2014/main" id="{660CF4A0-DF7A-CBBE-70F1-8834B0D8EF92}"/>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671902" y="1927829"/>
            <a:ext cx="274320" cy="250115"/>
          </a:xfrm>
          <a:prstGeom prst="rect">
            <a:avLst/>
          </a:prstGeom>
        </p:spPr>
      </p:pic>
      <p:pic>
        <p:nvPicPr>
          <p:cNvPr id="66" name="Graphic 74">
            <a:extLst>
              <a:ext uri="{FF2B5EF4-FFF2-40B4-BE49-F238E27FC236}">
                <a16:creationId xmlns:a16="http://schemas.microsoft.com/office/drawing/2014/main" id="{B1DFC92B-15D8-E1C2-5597-69FBBE62AAC7}"/>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671902" y="2380201"/>
            <a:ext cx="274320" cy="250116"/>
          </a:xfrm>
          <a:prstGeom prst="rect">
            <a:avLst/>
          </a:prstGeom>
        </p:spPr>
      </p:pic>
      <p:cxnSp>
        <p:nvCxnSpPr>
          <p:cNvPr id="67" name="Straight Connector 66">
            <a:extLst>
              <a:ext uri="{FF2B5EF4-FFF2-40B4-BE49-F238E27FC236}">
                <a16:creationId xmlns:a16="http://schemas.microsoft.com/office/drawing/2014/main" id="{5A42B120-D0CE-722B-ADC3-0848E14FDF90}"/>
              </a:ext>
            </a:extLst>
          </p:cNvPr>
          <p:cNvCxnSpPr>
            <a:cxnSpLocks/>
            <a:endCxn id="64" idx="1"/>
          </p:cNvCxnSpPr>
          <p:nvPr/>
        </p:nvCxnSpPr>
        <p:spPr>
          <a:xfrm>
            <a:off x="2474730" y="2978916"/>
            <a:ext cx="37960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F58F2F3D-0EC6-8DB7-9048-E332FF6D67E7}"/>
              </a:ext>
            </a:extLst>
          </p:cNvPr>
          <p:cNvCxnSpPr>
            <a:cxnSpLocks/>
            <a:stCxn id="66" idx="3"/>
          </p:cNvCxnSpPr>
          <p:nvPr/>
        </p:nvCxnSpPr>
        <p:spPr>
          <a:xfrm>
            <a:off x="1946222" y="2505259"/>
            <a:ext cx="52850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18556999-1627-7D43-F6C7-A417B84F247E}"/>
              </a:ext>
            </a:extLst>
          </p:cNvPr>
          <p:cNvCxnSpPr>
            <a:cxnSpLocks/>
            <a:stCxn id="65" idx="3"/>
            <a:endCxn id="200" idx="0"/>
          </p:cNvCxnSpPr>
          <p:nvPr/>
        </p:nvCxnSpPr>
        <p:spPr>
          <a:xfrm>
            <a:off x="1946222" y="2052887"/>
            <a:ext cx="532794" cy="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75" name="Graphic 74">
            <a:extLst>
              <a:ext uri="{FF2B5EF4-FFF2-40B4-BE49-F238E27FC236}">
                <a16:creationId xmlns:a16="http://schemas.microsoft.com/office/drawing/2014/main" id="{A9A31E34-C3B0-E679-873B-E0249A393667}"/>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671902" y="5125750"/>
            <a:ext cx="274320" cy="250116"/>
          </a:xfrm>
          <a:prstGeom prst="rect">
            <a:avLst/>
          </a:prstGeom>
        </p:spPr>
      </p:pic>
      <p:pic>
        <p:nvPicPr>
          <p:cNvPr id="78" name="Graphic 74">
            <a:extLst>
              <a:ext uri="{FF2B5EF4-FFF2-40B4-BE49-F238E27FC236}">
                <a16:creationId xmlns:a16="http://schemas.microsoft.com/office/drawing/2014/main" id="{D79CF3F9-65FA-3C3F-5D7A-EC892F8D3599}"/>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671902" y="5877118"/>
            <a:ext cx="274320" cy="250116"/>
          </a:xfrm>
          <a:prstGeom prst="rect">
            <a:avLst/>
          </a:prstGeom>
        </p:spPr>
      </p:pic>
      <p:cxnSp>
        <p:nvCxnSpPr>
          <p:cNvPr id="79" name="Straight Connector 78">
            <a:extLst>
              <a:ext uri="{FF2B5EF4-FFF2-40B4-BE49-F238E27FC236}">
                <a16:creationId xmlns:a16="http://schemas.microsoft.com/office/drawing/2014/main" id="{684EA15E-E458-83C9-8332-826BE45591A3}"/>
              </a:ext>
            </a:extLst>
          </p:cNvPr>
          <p:cNvCxnSpPr>
            <a:cxnSpLocks/>
          </p:cNvCxnSpPr>
          <p:nvPr/>
        </p:nvCxnSpPr>
        <p:spPr>
          <a:xfrm>
            <a:off x="1946222" y="6002176"/>
            <a:ext cx="52850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41B99E30-548C-747B-69E0-BD2FE6DF6370}"/>
              </a:ext>
            </a:extLst>
          </p:cNvPr>
          <p:cNvCxnSpPr>
            <a:cxnSpLocks/>
            <a:stCxn id="75" idx="3"/>
          </p:cNvCxnSpPr>
          <p:nvPr/>
        </p:nvCxnSpPr>
        <p:spPr>
          <a:xfrm>
            <a:off x="1946222" y="5250808"/>
            <a:ext cx="54209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552616A7-3A3B-C6AB-D974-36034EDF7846}"/>
              </a:ext>
            </a:extLst>
          </p:cNvPr>
          <p:cNvCxnSpPr>
            <a:cxnSpLocks/>
          </p:cNvCxnSpPr>
          <p:nvPr/>
        </p:nvCxnSpPr>
        <p:spPr>
          <a:xfrm flipV="1">
            <a:off x="3242952" y="4319855"/>
            <a:ext cx="1372809" cy="1748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84" name="Graphic 74">
            <a:extLst>
              <a:ext uri="{FF2B5EF4-FFF2-40B4-BE49-F238E27FC236}">
                <a16:creationId xmlns:a16="http://schemas.microsoft.com/office/drawing/2014/main" id="{958CC8FF-35B1-D45E-F5A8-15FEC4D9228C}"/>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2888340" y="4136996"/>
            <a:ext cx="354612" cy="323323"/>
          </a:xfrm>
          <a:prstGeom prst="rect">
            <a:avLst/>
          </a:prstGeom>
        </p:spPr>
      </p:pic>
      <p:cxnSp>
        <p:nvCxnSpPr>
          <p:cNvPr id="85" name="Straight Connector 84">
            <a:extLst>
              <a:ext uri="{FF2B5EF4-FFF2-40B4-BE49-F238E27FC236}">
                <a16:creationId xmlns:a16="http://schemas.microsoft.com/office/drawing/2014/main" id="{1760CEB1-E7B4-3C39-6433-EA2C12B971A4}"/>
              </a:ext>
            </a:extLst>
          </p:cNvPr>
          <p:cNvCxnSpPr>
            <a:cxnSpLocks/>
          </p:cNvCxnSpPr>
          <p:nvPr/>
        </p:nvCxnSpPr>
        <p:spPr>
          <a:xfrm>
            <a:off x="2488320" y="4319856"/>
            <a:ext cx="40002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12" name="TextBox 111">
            <a:extLst>
              <a:ext uri="{FF2B5EF4-FFF2-40B4-BE49-F238E27FC236}">
                <a16:creationId xmlns:a16="http://schemas.microsoft.com/office/drawing/2014/main" id="{CABAAD95-DE4D-7909-818D-F9F9D2C5FA10}"/>
              </a:ext>
            </a:extLst>
          </p:cNvPr>
          <p:cNvSpPr txBox="1"/>
          <p:nvPr/>
        </p:nvSpPr>
        <p:spPr>
          <a:xfrm>
            <a:off x="585706" y="1614769"/>
            <a:ext cx="2295764" cy="302511"/>
          </a:xfrm>
          <a:prstGeom prst="rect">
            <a:avLst/>
          </a:prstGeom>
          <a:noFill/>
        </p:spPr>
        <p:txBody>
          <a:bodyPr wrap="none" lIns="0" tIns="0" rIns="0" bIns="0" rtlCol="0">
            <a:noAutofit/>
          </a:bodyPr>
          <a:lstStyle/>
          <a:p>
            <a:pPr marL="0" marR="0" lvl="0" indent="0" defTabSz="914400" rtl="0" eaLnBrk="1" fontAlgn="auto" latinLnBrk="0" hangingPunct="1">
              <a:lnSpc>
                <a:spcPct val="100000"/>
              </a:lnSpc>
              <a:spcBef>
                <a:spcPts val="0"/>
              </a:spcBef>
              <a:spcAft>
                <a:spcPts val="600"/>
              </a:spcAft>
              <a:buClrTx/>
              <a:buSzTx/>
              <a:buFontTx/>
              <a:buNone/>
              <a:tabLst/>
              <a:defRPr/>
            </a:pPr>
            <a:r>
              <a:rPr kumimoji="0" lang="en-US" sz="1600" b="1" i="0" u="none" strike="noStrike" kern="1200" cap="none" spc="0" normalizeH="0" baseline="0" noProof="0" dirty="0">
                <a:ln>
                  <a:noFill/>
                </a:ln>
                <a:solidFill>
                  <a:srgbClr val="005E60"/>
                </a:solidFill>
                <a:effectLst/>
                <a:uLnTx/>
                <a:uFillTx/>
                <a:latin typeface="Inter"/>
                <a:ea typeface="+mn-ea"/>
                <a:cs typeface="+mn-cs"/>
              </a:rPr>
              <a:t>Gas Generation</a:t>
            </a:r>
            <a:endParaRPr kumimoji="0" lang="en-US" sz="1600" i="0" u="none" strike="noStrike" kern="1200" cap="none" spc="0" normalizeH="0" baseline="0" noProof="0" dirty="0">
              <a:ln>
                <a:noFill/>
              </a:ln>
              <a:solidFill>
                <a:srgbClr val="005E60"/>
              </a:solidFill>
              <a:effectLst/>
              <a:uLnTx/>
              <a:uFillTx/>
              <a:latin typeface="Inter"/>
              <a:ea typeface="+mn-ea"/>
              <a:cs typeface="+mn-cs"/>
            </a:endParaRPr>
          </a:p>
        </p:txBody>
      </p:sp>
      <p:pic>
        <p:nvPicPr>
          <p:cNvPr id="212" name="Graphic 69">
            <a:extLst>
              <a:ext uri="{FF2B5EF4-FFF2-40B4-BE49-F238E27FC236}">
                <a16:creationId xmlns:a16="http://schemas.microsoft.com/office/drawing/2014/main" id="{5C85E050-FE41-3CFD-8C2B-CCB4ED998308}"/>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4032039" y="1283340"/>
            <a:ext cx="548640" cy="419548"/>
          </a:xfrm>
          <a:prstGeom prst="rect">
            <a:avLst/>
          </a:prstGeom>
        </p:spPr>
      </p:pic>
      <p:sp>
        <p:nvSpPr>
          <p:cNvPr id="1035" name="Rectangle: Rounded Corners 1034">
            <a:extLst>
              <a:ext uri="{FF2B5EF4-FFF2-40B4-BE49-F238E27FC236}">
                <a16:creationId xmlns:a16="http://schemas.microsoft.com/office/drawing/2014/main" id="{E7205587-892F-5D2F-64FA-DCAB5A823833}"/>
              </a:ext>
            </a:extLst>
          </p:cNvPr>
          <p:cNvSpPr/>
          <p:nvPr/>
        </p:nvSpPr>
        <p:spPr>
          <a:xfrm>
            <a:off x="947835" y="1384362"/>
            <a:ext cx="2538872" cy="217504"/>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spcAft>
                <a:spcPts val="600"/>
              </a:spcAft>
            </a:pPr>
            <a:r>
              <a:rPr lang="en-US" sz="1050" b="1" dirty="0">
                <a:solidFill>
                  <a:schemeClr val="bg1"/>
                </a:solidFill>
              </a:rPr>
              <a:t>Control Mitigations</a:t>
            </a:r>
          </a:p>
        </p:txBody>
      </p:sp>
      <p:sp>
        <p:nvSpPr>
          <p:cNvPr id="1042" name="TextBox 1041">
            <a:extLst>
              <a:ext uri="{FF2B5EF4-FFF2-40B4-BE49-F238E27FC236}">
                <a16:creationId xmlns:a16="http://schemas.microsoft.com/office/drawing/2014/main" id="{DB1F5E67-6508-0A63-229B-F49C6B8E2207}"/>
              </a:ext>
            </a:extLst>
          </p:cNvPr>
          <p:cNvSpPr txBox="1"/>
          <p:nvPr/>
        </p:nvSpPr>
        <p:spPr>
          <a:xfrm>
            <a:off x="699330" y="4280244"/>
            <a:ext cx="1314115" cy="298701"/>
          </a:xfrm>
          <a:prstGeom prst="rect">
            <a:avLst/>
          </a:prstGeom>
          <a:noFill/>
        </p:spPr>
        <p:txBody>
          <a:bodyPr wrap="none" lIns="0" tIns="0" rIns="0" bIns="0" rtlCol="0">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lang="en-US" sz="1600" b="1" dirty="0">
                <a:solidFill>
                  <a:srgbClr val="005E60"/>
                </a:solidFill>
                <a:latin typeface="Inter"/>
              </a:rPr>
              <a:t>Wind Generation</a:t>
            </a:r>
          </a:p>
        </p:txBody>
      </p:sp>
      <p:sp>
        <p:nvSpPr>
          <p:cNvPr id="1043" name="Rectangle: Rounded Corners 1042">
            <a:extLst>
              <a:ext uri="{FF2B5EF4-FFF2-40B4-BE49-F238E27FC236}">
                <a16:creationId xmlns:a16="http://schemas.microsoft.com/office/drawing/2014/main" id="{A95449FA-5855-BA44-E48B-10C2BDD08BB5}"/>
              </a:ext>
            </a:extLst>
          </p:cNvPr>
          <p:cNvSpPr/>
          <p:nvPr/>
        </p:nvSpPr>
        <p:spPr>
          <a:xfrm>
            <a:off x="4700695" y="1356945"/>
            <a:ext cx="769980" cy="254664"/>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spcAft>
                <a:spcPts val="600"/>
              </a:spcAft>
            </a:pPr>
            <a:r>
              <a:rPr lang="en-US" sz="1050" b="1" dirty="0">
                <a:solidFill>
                  <a:schemeClr val="bg1"/>
                </a:solidFill>
              </a:rPr>
              <a:t>EMS</a:t>
            </a:r>
          </a:p>
        </p:txBody>
      </p:sp>
      <p:cxnSp>
        <p:nvCxnSpPr>
          <p:cNvPr id="118" name="Straight Connector 117">
            <a:extLst>
              <a:ext uri="{FF2B5EF4-FFF2-40B4-BE49-F238E27FC236}">
                <a16:creationId xmlns:a16="http://schemas.microsoft.com/office/drawing/2014/main" id="{22C557B4-6787-1129-5440-68D36A0A1325}"/>
              </a:ext>
            </a:extLst>
          </p:cNvPr>
          <p:cNvCxnSpPr>
            <a:cxnSpLocks/>
            <a:endCxn id="120" idx="1"/>
          </p:cNvCxnSpPr>
          <p:nvPr/>
        </p:nvCxnSpPr>
        <p:spPr>
          <a:xfrm flipV="1">
            <a:off x="1350327" y="4049127"/>
            <a:ext cx="324057" cy="242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9" name="Straight Connector 118">
            <a:extLst>
              <a:ext uri="{FF2B5EF4-FFF2-40B4-BE49-F238E27FC236}">
                <a16:creationId xmlns:a16="http://schemas.microsoft.com/office/drawing/2014/main" id="{9C8C6F7F-B798-A260-CDFA-F7E09E4A9A16}"/>
              </a:ext>
            </a:extLst>
          </p:cNvPr>
          <p:cNvCxnSpPr>
            <a:cxnSpLocks/>
          </p:cNvCxnSpPr>
          <p:nvPr/>
        </p:nvCxnSpPr>
        <p:spPr>
          <a:xfrm>
            <a:off x="435193" y="4053359"/>
            <a:ext cx="371988"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pic>
        <p:nvPicPr>
          <p:cNvPr id="120" name="Graphic 119">
            <a:extLst>
              <a:ext uri="{FF2B5EF4-FFF2-40B4-BE49-F238E27FC236}">
                <a16:creationId xmlns:a16="http://schemas.microsoft.com/office/drawing/2014/main" id="{EE82BFCC-9A55-22E5-833D-77B25C84A2CC}"/>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674384" y="3924069"/>
            <a:ext cx="274320" cy="250116"/>
          </a:xfrm>
          <a:prstGeom prst="rect">
            <a:avLst/>
          </a:prstGeom>
        </p:spPr>
      </p:pic>
      <p:cxnSp>
        <p:nvCxnSpPr>
          <p:cNvPr id="121" name="Straight Connector 120">
            <a:extLst>
              <a:ext uri="{FF2B5EF4-FFF2-40B4-BE49-F238E27FC236}">
                <a16:creationId xmlns:a16="http://schemas.microsoft.com/office/drawing/2014/main" id="{F56CEBF6-0C7B-C393-7EBC-FBD1136EAA76}"/>
              </a:ext>
            </a:extLst>
          </p:cNvPr>
          <p:cNvCxnSpPr>
            <a:cxnSpLocks/>
            <a:stCxn id="120" idx="3"/>
          </p:cNvCxnSpPr>
          <p:nvPr/>
        </p:nvCxnSpPr>
        <p:spPr>
          <a:xfrm>
            <a:off x="1948704" y="4049127"/>
            <a:ext cx="54209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122" name="Graphic 121">
            <a:extLst>
              <a:ext uri="{FF2B5EF4-FFF2-40B4-BE49-F238E27FC236}">
                <a16:creationId xmlns:a16="http://schemas.microsoft.com/office/drawing/2014/main" id="{C96FFEEB-B66C-B8D3-8D24-10496E4357F9}"/>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720542" y="5495180"/>
            <a:ext cx="721271" cy="588405"/>
          </a:xfrm>
          <a:prstGeom prst="rect">
            <a:avLst/>
          </a:prstGeom>
        </p:spPr>
      </p:pic>
      <p:pic>
        <p:nvPicPr>
          <p:cNvPr id="123" name="Graphic 122">
            <a:extLst>
              <a:ext uri="{FF2B5EF4-FFF2-40B4-BE49-F238E27FC236}">
                <a16:creationId xmlns:a16="http://schemas.microsoft.com/office/drawing/2014/main" id="{BEFED638-BA40-640B-0A7E-62C716483748}"/>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692302" y="4804310"/>
            <a:ext cx="721271" cy="588405"/>
          </a:xfrm>
          <a:prstGeom prst="rect">
            <a:avLst/>
          </a:prstGeom>
        </p:spPr>
      </p:pic>
      <p:pic>
        <p:nvPicPr>
          <p:cNvPr id="12" name="Picture 18">
            <a:extLst>
              <a:ext uri="{FF2B5EF4-FFF2-40B4-BE49-F238E27FC236}">
                <a16:creationId xmlns:a16="http://schemas.microsoft.com/office/drawing/2014/main" id="{A9E0D0D7-96A9-71A0-3521-4D7A0C3FFE37}"/>
              </a:ext>
            </a:extLst>
          </p:cNvPr>
          <p:cNvPicPr>
            <a:picLocks noChangeAspect="1"/>
          </p:cNvPicPr>
          <p:nvPr/>
        </p:nvPicPr>
        <p:blipFill>
          <a:blip>
            <a:extLst>
              <a:ext uri="{96DAC541-7B7A-43D3-8B79-37D633B846F1}">
                <asvg:svgBlip xmlns:asvg="http://schemas.microsoft.com/office/drawing/2016/SVG/main" r:embed="rId12"/>
              </a:ext>
            </a:extLst>
          </a:blip>
          <a:srcRect/>
          <a:stretch/>
        </p:blipFill>
        <p:spPr>
          <a:xfrm>
            <a:off x="804948" y="3401982"/>
            <a:ext cx="706542" cy="666168"/>
          </a:xfrm>
          <a:prstGeom prst="rect">
            <a:avLst/>
          </a:prstGeom>
        </p:spPr>
      </p:pic>
      <p:sp>
        <p:nvSpPr>
          <p:cNvPr id="14" name="TextBox 13">
            <a:extLst>
              <a:ext uri="{FF2B5EF4-FFF2-40B4-BE49-F238E27FC236}">
                <a16:creationId xmlns:a16="http://schemas.microsoft.com/office/drawing/2014/main" id="{96893126-C4FA-8964-F2A3-87F1A28586E0}"/>
              </a:ext>
            </a:extLst>
          </p:cNvPr>
          <p:cNvSpPr txBox="1"/>
          <p:nvPr/>
        </p:nvSpPr>
        <p:spPr>
          <a:xfrm>
            <a:off x="733193" y="2857161"/>
            <a:ext cx="1314115" cy="298701"/>
          </a:xfrm>
          <a:prstGeom prst="rect">
            <a:avLst/>
          </a:prstGeom>
          <a:noFill/>
        </p:spPr>
        <p:txBody>
          <a:bodyPr wrap="none" lIns="0" tIns="0" rIns="0" bIns="0" rtlCol="0">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lang="en-US" sz="1600" b="1" dirty="0">
                <a:solidFill>
                  <a:srgbClr val="005E60"/>
                </a:solidFill>
                <a:latin typeface="Inter"/>
              </a:rPr>
              <a:t>Solar Generation</a:t>
            </a: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600" i="0" u="none" strike="noStrike" kern="1200" cap="none" spc="0" normalizeH="0" baseline="0" noProof="0" dirty="0">
              <a:ln>
                <a:noFill/>
              </a:ln>
              <a:solidFill>
                <a:srgbClr val="005E60"/>
              </a:solidFill>
              <a:effectLst/>
              <a:uLnTx/>
              <a:uFillTx/>
              <a:latin typeface="Inter"/>
              <a:ea typeface="+mn-ea"/>
              <a:cs typeface="+mn-cs"/>
            </a:endParaRPr>
          </a:p>
        </p:txBody>
      </p:sp>
      <p:sp>
        <p:nvSpPr>
          <p:cNvPr id="15" name="Text Placeholder 10">
            <a:extLst>
              <a:ext uri="{FF2B5EF4-FFF2-40B4-BE49-F238E27FC236}">
                <a16:creationId xmlns:a16="http://schemas.microsoft.com/office/drawing/2014/main" id="{61766478-DCF2-7ADD-A6B1-F69FC3F485C3}"/>
              </a:ext>
            </a:extLst>
          </p:cNvPr>
          <p:cNvSpPr txBox="1">
            <a:spLocks/>
          </p:cNvSpPr>
          <p:nvPr/>
        </p:nvSpPr>
        <p:spPr>
          <a:xfrm>
            <a:off x="6642941" y="1125415"/>
            <a:ext cx="5360991" cy="2180926"/>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0"/>
              </a:spcAft>
              <a:buClr>
                <a:schemeClr val="tx1"/>
              </a:buClr>
              <a:buFont typeface="Arial" panose="020B0604020202020204" pitchFamily="34" charset="0"/>
              <a:buNone/>
              <a:defRPr sz="1600" b="1" kern="1200">
                <a:solidFill>
                  <a:srgbClr val="212121"/>
                </a:solidFill>
                <a:latin typeface="Inter" panose="02000503000000020004" pitchFamily="2" charset="0"/>
                <a:ea typeface="+mn-ea"/>
                <a:cs typeface="+mn-cs"/>
              </a:defRPr>
            </a:lvl1pPr>
            <a:lvl2pPr marL="171450" indent="-17145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kern="1200">
                <a:solidFill>
                  <a:srgbClr val="212121"/>
                </a:solidFill>
                <a:latin typeface="Inter" panose="02000503000000020004" pitchFamily="2" charset="0"/>
                <a:ea typeface="+mn-ea"/>
                <a:cs typeface="+mn-cs"/>
              </a:defRPr>
            </a:lvl2pPr>
            <a:lvl3pPr marL="365760" indent="-182880" algn="l" defTabSz="914400" rtl="0" eaLnBrk="1" latinLnBrk="0" hangingPunct="1">
              <a:lnSpc>
                <a:spcPct val="100000"/>
              </a:lnSpc>
              <a:spcBef>
                <a:spcPts val="0"/>
              </a:spcBef>
              <a:spcAft>
                <a:spcPts val="600"/>
              </a:spcAft>
              <a:buClr>
                <a:schemeClr val="tx2"/>
              </a:buClr>
              <a:buFont typeface="Arial"/>
              <a:buChar char="–"/>
              <a:defRPr sz="1600" kern="1200">
                <a:solidFill>
                  <a:srgbClr val="212121"/>
                </a:solidFill>
                <a:latin typeface="Inter" panose="02000503000000020004" pitchFamily="2" charset="0"/>
                <a:ea typeface="+mn-ea"/>
                <a:cs typeface="+mn-cs"/>
              </a:defRPr>
            </a:lvl3pPr>
            <a:lvl4pPr marL="548640" indent="-182880" algn="l" defTabSz="914400" rtl="0" eaLnBrk="1" latinLnBrk="0" hangingPunct="1">
              <a:lnSpc>
                <a:spcPct val="100000"/>
              </a:lnSpc>
              <a:spcBef>
                <a:spcPts val="0"/>
              </a:spcBef>
              <a:spcAft>
                <a:spcPts val="600"/>
              </a:spcAft>
              <a:buClr>
                <a:schemeClr val="tx2"/>
              </a:buClr>
              <a:buFont typeface="Arial"/>
              <a:buChar char="–"/>
              <a:defRPr sz="1600" kern="1200">
                <a:solidFill>
                  <a:srgbClr val="212121"/>
                </a:solidFill>
                <a:latin typeface="Inter" panose="02000503000000020004" pitchFamily="2" charset="0"/>
                <a:ea typeface="+mn-ea"/>
                <a:cs typeface="+mn-cs"/>
              </a:defRPr>
            </a:lvl4pPr>
            <a:lvl5pPr marL="731520" indent="-182880" algn="l" defTabSz="914400" rtl="0" eaLnBrk="1" latinLnBrk="0" hangingPunct="1">
              <a:lnSpc>
                <a:spcPct val="100000"/>
              </a:lnSpc>
              <a:spcBef>
                <a:spcPts val="0"/>
              </a:spcBef>
              <a:spcAft>
                <a:spcPts val="600"/>
              </a:spcAft>
              <a:buClr>
                <a:schemeClr val="tx2"/>
              </a:buClr>
              <a:buFont typeface="Arial"/>
              <a:buChar char="–"/>
              <a:defRPr sz="1600" kern="1200">
                <a:solidFill>
                  <a:srgbClr val="212121"/>
                </a:solidFill>
                <a:latin typeface="Inter" panose="02000503000000020004" pitchFamily="2" charset="0"/>
                <a:ea typeface="+mn-ea"/>
                <a:cs typeface="+mn-cs"/>
              </a:defRPr>
            </a:lvl5pPr>
            <a:lvl6pPr marL="0" indent="0" algn="l" defTabSz="914400" rtl="0" eaLnBrk="1" latinLnBrk="0" hangingPunct="1">
              <a:lnSpc>
                <a:spcPct val="100000"/>
              </a:lnSpc>
              <a:spcBef>
                <a:spcPts val="0"/>
              </a:spcBef>
              <a:spcAft>
                <a:spcPts val="400"/>
              </a:spcAft>
              <a:buClr>
                <a:schemeClr val="tx1"/>
              </a:buClr>
              <a:buFont typeface="Arial" panose="020B0604020202020204" pitchFamily="34" charset="0"/>
              <a:buNone/>
              <a:tabLst/>
              <a:defRPr sz="1400" kern="1200">
                <a:solidFill>
                  <a:schemeClr val="tx1"/>
                </a:solidFill>
                <a:latin typeface="+mn-lt"/>
                <a:ea typeface="+mn-ea"/>
                <a:cs typeface="+mn-cs"/>
              </a:defRPr>
            </a:lvl6pPr>
            <a:lvl7pPr marL="0" indent="-182880" algn="l" defTabSz="914400" rtl="0" eaLnBrk="1" latinLnBrk="0" hangingPunct="1">
              <a:lnSpc>
                <a:spcPct val="100000"/>
              </a:lnSpc>
              <a:spcBef>
                <a:spcPts val="0"/>
              </a:spcBef>
              <a:spcAft>
                <a:spcPts val="400"/>
              </a:spcAft>
              <a:buClr>
                <a:schemeClr val="tx1"/>
              </a:buClr>
              <a:buFont typeface="Arial"/>
              <a:buChar char="–"/>
              <a:defRPr sz="1400" kern="1200">
                <a:solidFill>
                  <a:schemeClr val="tx1"/>
                </a:solidFill>
                <a:latin typeface="+mn-lt"/>
                <a:ea typeface="+mn-ea"/>
                <a:cs typeface="+mn-cs"/>
              </a:defRPr>
            </a:lvl7pPr>
            <a:lvl8pPr marL="365760" indent="-182880" algn="l" defTabSz="914400" rtl="0" eaLnBrk="1" latinLnBrk="0" hangingPunct="1">
              <a:lnSpc>
                <a:spcPct val="100000"/>
              </a:lnSpc>
              <a:spcBef>
                <a:spcPts val="0"/>
              </a:spcBef>
              <a:spcAft>
                <a:spcPts val="400"/>
              </a:spcAft>
              <a:buClr>
                <a:schemeClr val="tx1"/>
              </a:buClr>
              <a:buFont typeface="Arial"/>
              <a:buChar char="–"/>
              <a:defRPr sz="1400" kern="1200">
                <a:solidFill>
                  <a:schemeClr val="tx1"/>
                </a:solidFill>
                <a:latin typeface="+mn-lt"/>
                <a:ea typeface="+mn-ea"/>
                <a:cs typeface="+mn-cs"/>
              </a:defRPr>
            </a:lvl8pPr>
            <a:lvl9pPr marL="0" indent="0" algn="l" defTabSz="914400" rtl="0" eaLnBrk="1" latinLnBrk="0" hangingPunct="1">
              <a:lnSpc>
                <a:spcPct val="100000"/>
              </a:lnSpc>
              <a:spcBef>
                <a:spcPts val="0"/>
              </a:spcBef>
              <a:spcAft>
                <a:spcPts val="200"/>
              </a:spcAft>
              <a:buFont typeface="Arial" panose="020B0604020202020204" pitchFamily="34" charset="0"/>
              <a:buNone/>
              <a:tabLst/>
              <a:defRPr sz="1100" i="1" kern="1200">
                <a:solidFill>
                  <a:schemeClr val="tx1"/>
                </a:solidFill>
                <a:latin typeface="+mn-lt"/>
                <a:ea typeface="+mn-ea"/>
                <a:cs typeface="+mn-cs"/>
              </a:defRPr>
            </a:lvl9pPr>
          </a:lstStyle>
          <a:p>
            <a:pPr>
              <a:spcAft>
                <a:spcPts val="600"/>
              </a:spcAft>
            </a:pPr>
            <a:r>
              <a:rPr lang="en-US" dirty="0">
                <a:solidFill>
                  <a:schemeClr val="tx1"/>
                </a:solidFill>
              </a:rPr>
              <a:t>Location: Waco, TX</a:t>
            </a:r>
          </a:p>
          <a:p>
            <a:pPr>
              <a:spcAft>
                <a:spcPts val="600"/>
              </a:spcAft>
            </a:pPr>
            <a:r>
              <a:rPr lang="en-US" dirty="0">
                <a:solidFill>
                  <a:schemeClr val="tx1"/>
                </a:solidFill>
              </a:rPr>
              <a:t>Architecture &amp; Design Space: (Islanded)</a:t>
            </a:r>
          </a:p>
          <a:p>
            <a:pPr marL="285750" indent="-285750">
              <a:spcAft>
                <a:spcPts val="600"/>
              </a:spcAft>
              <a:buClrTx/>
              <a:buFont typeface="Arial" panose="020B0604020202020204" pitchFamily="34" charset="0"/>
              <a:buChar char="•"/>
              <a:defRPr/>
            </a:pPr>
            <a:r>
              <a:rPr lang="en-US" b="0" dirty="0">
                <a:solidFill>
                  <a:schemeClr val="tx1"/>
                </a:solidFill>
              </a:rPr>
              <a:t>Wind: 0 ~ 1000MW</a:t>
            </a:r>
          </a:p>
          <a:p>
            <a:pPr marL="285750" indent="-285750">
              <a:spcAft>
                <a:spcPts val="600"/>
              </a:spcAft>
              <a:buClrTx/>
              <a:buFont typeface="Arial" panose="020B0604020202020204" pitchFamily="34" charset="0"/>
              <a:buChar char="•"/>
              <a:defRPr/>
            </a:pPr>
            <a:r>
              <a:rPr lang="en-US" b="0" dirty="0">
                <a:solidFill>
                  <a:schemeClr val="tx1"/>
                </a:solidFill>
              </a:rPr>
              <a:t>Solar: 0 ~ 1000MW</a:t>
            </a:r>
          </a:p>
          <a:p>
            <a:pPr marL="285750" indent="-285750">
              <a:spcAft>
                <a:spcPts val="600"/>
              </a:spcAft>
              <a:buClrTx/>
              <a:buFont typeface="Arial" panose="020B0604020202020204" pitchFamily="34" charset="0"/>
              <a:buChar char="•"/>
              <a:defRPr/>
            </a:pPr>
            <a:r>
              <a:rPr lang="en-US" b="0" dirty="0">
                <a:solidFill>
                  <a:schemeClr val="tx1"/>
                </a:solidFill>
              </a:rPr>
              <a:t>BESS: 0 ~ 1000MW (4hr) </a:t>
            </a:r>
          </a:p>
          <a:p>
            <a:pPr marL="285750" indent="-285750">
              <a:spcAft>
                <a:spcPts val="600"/>
              </a:spcAft>
              <a:buClrTx/>
              <a:buFont typeface="Arial" panose="020B0604020202020204" pitchFamily="34" charset="0"/>
              <a:buChar char="•"/>
              <a:defRPr/>
            </a:pPr>
            <a:r>
              <a:rPr lang="en-US" b="0" dirty="0">
                <a:solidFill>
                  <a:schemeClr val="tx1"/>
                </a:solidFill>
              </a:rPr>
              <a:t>LM2500*: 0~ 7 units</a:t>
            </a:r>
          </a:p>
          <a:p>
            <a:pPr marL="285750" indent="-285750">
              <a:spcAft>
                <a:spcPts val="600"/>
              </a:spcAft>
              <a:buClrTx/>
              <a:buFont typeface="Wingdings" panose="05000000000000000000" pitchFamily="2" charset="2"/>
              <a:buChar char="§"/>
              <a:defRPr/>
            </a:pPr>
            <a:endParaRPr lang="en-US" dirty="0">
              <a:solidFill>
                <a:schemeClr val="tx1"/>
              </a:solidFill>
              <a:latin typeface="Inter"/>
            </a:endParaRPr>
          </a:p>
          <a:p>
            <a:pPr>
              <a:spcAft>
                <a:spcPts val="600"/>
              </a:spcAft>
              <a:buClrTx/>
              <a:defRPr/>
            </a:pPr>
            <a:endParaRPr lang="en-US" dirty="0">
              <a:solidFill>
                <a:schemeClr val="tx1"/>
              </a:solidFill>
            </a:endParaRPr>
          </a:p>
          <a:p>
            <a:endParaRPr lang="en-US" dirty="0">
              <a:solidFill>
                <a:schemeClr val="tx1"/>
              </a:solidFill>
            </a:endParaRPr>
          </a:p>
        </p:txBody>
      </p:sp>
      <p:cxnSp>
        <p:nvCxnSpPr>
          <p:cNvPr id="17" name="Straight Connector 16">
            <a:extLst>
              <a:ext uri="{FF2B5EF4-FFF2-40B4-BE49-F238E27FC236}">
                <a16:creationId xmlns:a16="http://schemas.microsoft.com/office/drawing/2014/main" id="{15840EDE-DE6A-1579-3EC6-AE9F9F710E61}"/>
              </a:ext>
            </a:extLst>
          </p:cNvPr>
          <p:cNvCxnSpPr>
            <a:cxnSpLocks/>
          </p:cNvCxnSpPr>
          <p:nvPr/>
        </p:nvCxnSpPr>
        <p:spPr>
          <a:xfrm flipV="1">
            <a:off x="2856938" y="5321608"/>
            <a:ext cx="279241" cy="11239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9071A43C-1CDC-9925-6944-98921DF70EC8}"/>
              </a:ext>
            </a:extLst>
          </p:cNvPr>
          <p:cNvSpPr txBox="1"/>
          <p:nvPr/>
        </p:nvSpPr>
        <p:spPr>
          <a:xfrm>
            <a:off x="2500699" y="4985577"/>
            <a:ext cx="1386370" cy="297761"/>
          </a:xfrm>
          <a:prstGeom prst="rect">
            <a:avLst/>
          </a:prstGeom>
          <a:noFill/>
        </p:spPr>
        <p:txBody>
          <a:bodyPr wrap="none" lIns="0" tIns="0" rIns="0" bIns="0" rtlCol="0">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600" b="1" i="0" u="none" strike="noStrike" kern="1200" cap="none" spc="0" normalizeH="0" baseline="0" noProof="0" dirty="0">
                <a:ln>
                  <a:noFill/>
                </a:ln>
                <a:solidFill>
                  <a:srgbClr val="005E60"/>
                </a:solidFill>
                <a:effectLst/>
                <a:uLnTx/>
                <a:uFillTx/>
                <a:latin typeface="Inter"/>
                <a:ea typeface="+mn-ea"/>
                <a:cs typeface="+mn-cs"/>
              </a:rPr>
              <a:t>Islanded</a:t>
            </a:r>
          </a:p>
        </p:txBody>
      </p:sp>
      <p:cxnSp>
        <p:nvCxnSpPr>
          <p:cNvPr id="21" name="Straight Connector 20">
            <a:extLst>
              <a:ext uri="{FF2B5EF4-FFF2-40B4-BE49-F238E27FC236}">
                <a16:creationId xmlns:a16="http://schemas.microsoft.com/office/drawing/2014/main" id="{2016E933-300E-3140-739B-B6F405CBC74F}"/>
              </a:ext>
            </a:extLst>
          </p:cNvPr>
          <p:cNvCxnSpPr>
            <a:cxnSpLocks/>
          </p:cNvCxnSpPr>
          <p:nvPr/>
        </p:nvCxnSpPr>
        <p:spPr>
          <a:xfrm flipV="1">
            <a:off x="2474730" y="5438377"/>
            <a:ext cx="393161" cy="681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13720A4C-A538-7D1F-E7A1-E2093159FD0A}"/>
              </a:ext>
            </a:extLst>
          </p:cNvPr>
          <p:cNvSpPr txBox="1"/>
          <p:nvPr/>
        </p:nvSpPr>
        <p:spPr>
          <a:xfrm>
            <a:off x="6623164" y="3387865"/>
            <a:ext cx="5360991" cy="1933743"/>
          </a:xfrm>
          <a:prstGeom prst="rect">
            <a:avLst/>
          </a:prstGeom>
          <a:noFill/>
        </p:spPr>
        <p:txBody>
          <a:bodyPr wrap="square" lIns="0" tIns="0" rIns="0" bIns="0" rtlCol="0">
            <a:noAutofit/>
          </a:bodyPr>
          <a:lstStyle/>
          <a:p>
            <a:pPr algn="l">
              <a:spcAft>
                <a:spcPts val="600"/>
              </a:spcAft>
            </a:pPr>
            <a:r>
              <a:rPr lang="en-US" sz="1400" dirty="0"/>
              <a:t>* Notes on GTs. </a:t>
            </a:r>
          </a:p>
          <a:p>
            <a:pPr marL="285750" indent="-285750">
              <a:spcAft>
                <a:spcPts val="600"/>
              </a:spcAft>
              <a:buFont typeface="Arial" panose="020B0604020202020204" pitchFamily="34" charset="0"/>
              <a:buChar char="•"/>
            </a:pPr>
            <a:r>
              <a:rPr lang="en-US" sz="1400" dirty="0"/>
              <a:t>LM2500: </a:t>
            </a:r>
          </a:p>
          <a:p>
            <a:pPr marL="742950" lvl="1" indent="-285750">
              <a:spcAft>
                <a:spcPts val="600"/>
              </a:spcAft>
              <a:buFont typeface="Arial" panose="020B0604020202020204" pitchFamily="34" charset="0"/>
              <a:buChar char="•"/>
            </a:pPr>
            <a:r>
              <a:rPr lang="en-US" sz="1400" dirty="0"/>
              <a:t>Nameplate**: 32MW</a:t>
            </a:r>
          </a:p>
          <a:p>
            <a:pPr marL="742950" lvl="1" indent="-285750">
              <a:spcAft>
                <a:spcPts val="600"/>
              </a:spcAft>
              <a:buFont typeface="Arial" panose="020B0604020202020204" pitchFamily="34" charset="0"/>
              <a:buChar char="•"/>
            </a:pPr>
            <a:r>
              <a:rPr lang="en-US" sz="1400" dirty="0"/>
              <a:t>Eff%**: 36.7%</a:t>
            </a:r>
          </a:p>
          <a:p>
            <a:pPr>
              <a:spcAft>
                <a:spcPts val="600"/>
              </a:spcAft>
            </a:pPr>
            <a:r>
              <a:rPr lang="en-US" sz="1400" dirty="0"/>
              <a:t>**: Nameplate &amp; eff% @ ISO condition (15°C, 1Bar)</a:t>
            </a:r>
          </a:p>
        </p:txBody>
      </p:sp>
    </p:spTree>
    <p:extLst>
      <p:ext uri="{BB962C8B-B14F-4D97-AF65-F5344CB8AC3E}">
        <p14:creationId xmlns:p14="http://schemas.microsoft.com/office/powerpoint/2010/main" val="248146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DDC58A-85EA-2C4E-A284-9B7340CA7ECF}"/>
              </a:ext>
            </a:extLst>
          </p:cNvPr>
          <p:cNvSpPr>
            <a:spLocks noGrp="1"/>
          </p:cNvSpPr>
          <p:nvPr>
            <p:ph type="title"/>
          </p:nvPr>
        </p:nvSpPr>
        <p:spPr/>
        <p:txBody>
          <a:bodyPr/>
          <a:lstStyle/>
          <a:p>
            <a:r>
              <a:rPr lang="en-US" dirty="0">
                <a:solidFill>
                  <a:srgbClr val="035759"/>
                </a:solidFill>
              </a:rPr>
              <a:t>Model Assumptions </a:t>
            </a:r>
            <a:endParaRPr lang="en-US" dirty="0"/>
          </a:p>
        </p:txBody>
      </p:sp>
      <p:sp>
        <p:nvSpPr>
          <p:cNvPr id="3" name="Footer Placeholder 2">
            <a:extLst>
              <a:ext uri="{FF2B5EF4-FFF2-40B4-BE49-F238E27FC236}">
                <a16:creationId xmlns:a16="http://schemas.microsoft.com/office/drawing/2014/main" id="{6D674D20-27A5-3047-A29B-AE3848DEE9B3}"/>
              </a:ext>
            </a:extLst>
          </p:cNvPr>
          <p:cNvSpPr>
            <a:spLocks noGrp="1"/>
          </p:cNvSpPr>
          <p:nvPr>
            <p:ph type="ftr" sz="quarter" idx="11"/>
          </p:nvPr>
        </p:nvSpPr>
        <p:spPr>
          <a:xfrm>
            <a:off x="419100" y="6492875"/>
            <a:ext cx="10248900" cy="244653"/>
          </a:xfrm>
          <a:prstGeom prst="rect">
            <a:avLst/>
          </a:prstGeom>
        </p:spPr>
        <p:txBody>
          <a:bodyPr vert="horz" lIns="0" tIns="0" rIns="0" bIns="0" rtlCol="0" anchor="t" anchorCtr="0"/>
          <a:lstStyle>
            <a:defPPr>
              <a:defRPr lang="en-US"/>
            </a:defPPr>
            <a:lvl1pPr marL="0" algn="l" defTabSz="914400" rtl="0" eaLnBrk="1" latinLnBrk="0" hangingPunct="1">
              <a:defRPr sz="800" kern="1200">
                <a:solidFill>
                  <a:srgbClr val="212121"/>
                </a:solidFill>
                <a:latin typeface="Inter" panose="02000503000000020004"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 2023 GE Vernova and/or its affiliates. All rights reserved.</a:t>
            </a:r>
          </a:p>
        </p:txBody>
      </p:sp>
      <p:sp>
        <p:nvSpPr>
          <p:cNvPr id="7" name="Slide Number Placeholder 6">
            <a:extLst>
              <a:ext uri="{FF2B5EF4-FFF2-40B4-BE49-F238E27FC236}">
                <a16:creationId xmlns:a16="http://schemas.microsoft.com/office/drawing/2014/main" id="{50514A31-B8CC-C094-1EC6-0BE799E3A81E}"/>
              </a:ext>
            </a:extLst>
          </p:cNvPr>
          <p:cNvSpPr>
            <a:spLocks noGrp="1"/>
          </p:cNvSpPr>
          <p:nvPr>
            <p:ph type="sldNum" sz="quarter" idx="12"/>
          </p:nvPr>
        </p:nvSpPr>
        <p:spPr/>
        <p:txBody>
          <a:bodyPr/>
          <a:lstStyle/>
          <a:p>
            <a:fld id="{7A7A97EF-C944-4447-B862-B593E9B4A0FF}" type="slidenum">
              <a:rPr lang="en-US" smtClean="0"/>
              <a:t>5</a:t>
            </a:fld>
            <a:endParaRPr lang="en-US" dirty="0"/>
          </a:p>
        </p:txBody>
      </p:sp>
      <p:sp>
        <p:nvSpPr>
          <p:cNvPr id="5" name="Content Placeholder 4">
            <a:extLst>
              <a:ext uri="{FF2B5EF4-FFF2-40B4-BE49-F238E27FC236}">
                <a16:creationId xmlns:a16="http://schemas.microsoft.com/office/drawing/2014/main" id="{C317AF21-67D5-ACF8-98CB-0F07B5AB7AB9}"/>
              </a:ext>
            </a:extLst>
          </p:cNvPr>
          <p:cNvSpPr txBox="1">
            <a:spLocks/>
          </p:cNvSpPr>
          <p:nvPr/>
        </p:nvSpPr>
        <p:spPr>
          <a:xfrm>
            <a:off x="347382" y="876121"/>
            <a:ext cx="5434853" cy="4628208"/>
          </a:xfrm>
          <a:prstGeom prst="rect">
            <a:avLst/>
          </a:prstGeom>
        </p:spPr>
        <p:txBody>
          <a:bodyPr/>
          <a:lstStyle>
            <a:lvl1pPr marL="0" indent="0" algn="l" defTabSz="914400" rtl="0" eaLnBrk="1" latinLnBrk="0" hangingPunct="1">
              <a:lnSpc>
                <a:spcPct val="100000"/>
              </a:lnSpc>
              <a:spcBef>
                <a:spcPts val="0"/>
              </a:spcBef>
              <a:spcAft>
                <a:spcPts val="800"/>
              </a:spcAft>
              <a:buClr>
                <a:schemeClr val="tx1"/>
              </a:buClr>
              <a:buFont typeface="Arial" panose="020B0604020202020204" pitchFamily="34" charset="0"/>
              <a:buNone/>
              <a:defRPr sz="1600" kern="1200">
                <a:solidFill>
                  <a:srgbClr val="212121"/>
                </a:solidFill>
                <a:latin typeface="Inter" panose="02000503000000020004" pitchFamily="2" charset="0"/>
                <a:ea typeface="+mn-ea"/>
                <a:cs typeface="+mn-cs"/>
              </a:defRPr>
            </a:lvl1pPr>
            <a:lvl2pPr marL="171450" indent="-17145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kern="1200">
                <a:solidFill>
                  <a:srgbClr val="212121"/>
                </a:solidFill>
                <a:latin typeface="Inter" panose="02000503000000020004" pitchFamily="2" charset="0"/>
                <a:ea typeface="+mn-ea"/>
                <a:cs typeface="+mn-cs"/>
              </a:defRPr>
            </a:lvl2pPr>
            <a:lvl3pPr marL="365760" indent="-182880" algn="l" defTabSz="914400" rtl="0" eaLnBrk="1" latinLnBrk="0" hangingPunct="1">
              <a:lnSpc>
                <a:spcPct val="100000"/>
              </a:lnSpc>
              <a:spcBef>
                <a:spcPts val="0"/>
              </a:spcBef>
              <a:spcAft>
                <a:spcPts val="600"/>
              </a:spcAft>
              <a:buClr>
                <a:schemeClr val="tx2"/>
              </a:buClr>
              <a:buFont typeface="Arial"/>
              <a:buChar char="–"/>
              <a:defRPr sz="1600" kern="1200">
                <a:solidFill>
                  <a:srgbClr val="212121"/>
                </a:solidFill>
                <a:latin typeface="Inter" panose="02000503000000020004" pitchFamily="2" charset="0"/>
                <a:ea typeface="+mn-ea"/>
                <a:cs typeface="+mn-cs"/>
              </a:defRPr>
            </a:lvl3pPr>
            <a:lvl4pPr marL="548640" indent="-182880" algn="l" defTabSz="914400" rtl="0" eaLnBrk="1" latinLnBrk="0" hangingPunct="1">
              <a:lnSpc>
                <a:spcPct val="100000"/>
              </a:lnSpc>
              <a:spcBef>
                <a:spcPts val="0"/>
              </a:spcBef>
              <a:spcAft>
                <a:spcPts val="600"/>
              </a:spcAft>
              <a:buClr>
                <a:schemeClr val="tx2"/>
              </a:buClr>
              <a:buFont typeface="Arial"/>
              <a:buChar char="–"/>
              <a:defRPr sz="1600" kern="1200">
                <a:solidFill>
                  <a:srgbClr val="212121"/>
                </a:solidFill>
                <a:latin typeface="Inter" panose="02000503000000020004" pitchFamily="2" charset="0"/>
                <a:ea typeface="+mn-ea"/>
                <a:cs typeface="+mn-cs"/>
              </a:defRPr>
            </a:lvl4pPr>
            <a:lvl5pPr marL="731520" indent="-182880" algn="l" defTabSz="914400" rtl="0" eaLnBrk="1" latinLnBrk="0" hangingPunct="1">
              <a:lnSpc>
                <a:spcPct val="100000"/>
              </a:lnSpc>
              <a:spcBef>
                <a:spcPts val="0"/>
              </a:spcBef>
              <a:spcAft>
                <a:spcPts val="600"/>
              </a:spcAft>
              <a:buClr>
                <a:schemeClr val="tx2"/>
              </a:buClr>
              <a:buFont typeface="Arial"/>
              <a:buChar char="–"/>
              <a:defRPr sz="1600" kern="1200">
                <a:solidFill>
                  <a:srgbClr val="212121"/>
                </a:solidFill>
                <a:latin typeface="Inter" panose="02000503000000020004" pitchFamily="2" charset="0"/>
                <a:ea typeface="+mn-ea"/>
                <a:cs typeface="+mn-cs"/>
              </a:defRPr>
            </a:lvl5pPr>
            <a:lvl6pPr marL="0" indent="0" algn="l" defTabSz="914400" rtl="0" eaLnBrk="1" latinLnBrk="0" hangingPunct="1">
              <a:lnSpc>
                <a:spcPct val="100000"/>
              </a:lnSpc>
              <a:spcBef>
                <a:spcPts val="0"/>
              </a:spcBef>
              <a:spcAft>
                <a:spcPts val="400"/>
              </a:spcAft>
              <a:buClr>
                <a:schemeClr val="tx1"/>
              </a:buClr>
              <a:buFont typeface="Arial" panose="020B0604020202020204" pitchFamily="34" charset="0"/>
              <a:buNone/>
              <a:tabLst/>
              <a:defRPr sz="1400" kern="1200">
                <a:solidFill>
                  <a:schemeClr val="tx1"/>
                </a:solidFill>
                <a:latin typeface="+mn-lt"/>
                <a:ea typeface="+mn-ea"/>
                <a:cs typeface="+mn-cs"/>
              </a:defRPr>
            </a:lvl6pPr>
            <a:lvl7pPr marL="0" indent="-182880" algn="l" defTabSz="914400" rtl="0" eaLnBrk="1" latinLnBrk="0" hangingPunct="1">
              <a:lnSpc>
                <a:spcPct val="100000"/>
              </a:lnSpc>
              <a:spcBef>
                <a:spcPts val="0"/>
              </a:spcBef>
              <a:spcAft>
                <a:spcPts val="400"/>
              </a:spcAft>
              <a:buClr>
                <a:schemeClr val="tx1"/>
              </a:buClr>
              <a:buFont typeface="Arial"/>
              <a:buChar char="–"/>
              <a:defRPr sz="1400" kern="1200">
                <a:solidFill>
                  <a:schemeClr val="tx1"/>
                </a:solidFill>
                <a:latin typeface="+mn-lt"/>
                <a:ea typeface="+mn-ea"/>
                <a:cs typeface="+mn-cs"/>
              </a:defRPr>
            </a:lvl7pPr>
            <a:lvl8pPr marL="365760" indent="-182880" algn="l" defTabSz="914400" rtl="0" eaLnBrk="1" latinLnBrk="0" hangingPunct="1">
              <a:lnSpc>
                <a:spcPct val="100000"/>
              </a:lnSpc>
              <a:spcBef>
                <a:spcPts val="0"/>
              </a:spcBef>
              <a:spcAft>
                <a:spcPts val="400"/>
              </a:spcAft>
              <a:buClr>
                <a:schemeClr val="tx1"/>
              </a:buClr>
              <a:buFont typeface="Arial"/>
              <a:buChar char="–"/>
              <a:defRPr sz="1400" kern="1200">
                <a:solidFill>
                  <a:schemeClr val="tx1"/>
                </a:solidFill>
                <a:latin typeface="+mn-lt"/>
                <a:ea typeface="+mn-ea"/>
                <a:cs typeface="+mn-cs"/>
              </a:defRPr>
            </a:lvl8pPr>
            <a:lvl9pPr marL="0" indent="0" algn="l" defTabSz="914400" rtl="0" eaLnBrk="1" latinLnBrk="0" hangingPunct="1">
              <a:lnSpc>
                <a:spcPct val="100000"/>
              </a:lnSpc>
              <a:spcBef>
                <a:spcPts val="0"/>
              </a:spcBef>
              <a:spcAft>
                <a:spcPts val="200"/>
              </a:spcAft>
              <a:buFont typeface="Arial" panose="020B0604020202020204" pitchFamily="34" charset="0"/>
              <a:buNone/>
              <a:tabLst/>
              <a:defRPr sz="1100" i="1" kern="1200">
                <a:solidFill>
                  <a:schemeClr val="tx1"/>
                </a:solidFill>
                <a:latin typeface="+mn-lt"/>
                <a:ea typeface="+mn-ea"/>
                <a:cs typeface="+mn-cs"/>
              </a:defRPr>
            </a:lvl9pPr>
          </a:lstStyle>
          <a:p>
            <a:pPr>
              <a:spcAft>
                <a:spcPts val="600"/>
              </a:spcAft>
            </a:pPr>
            <a:r>
              <a:rPr lang="en-US" b="1" dirty="0">
                <a:solidFill>
                  <a:schemeClr val="tx1"/>
                </a:solidFill>
              </a:rPr>
              <a:t>Financial assumptions: </a:t>
            </a:r>
          </a:p>
          <a:p>
            <a:pPr marL="534924" lvl="1" indent="-342900"/>
            <a:r>
              <a:rPr lang="en-US" dirty="0">
                <a:solidFill>
                  <a:schemeClr val="tx1"/>
                </a:solidFill>
                <a:latin typeface="Inter" panose="020B0502030000000004" pitchFamily="34" charset="0"/>
              </a:rPr>
              <a:t>70% debt @ 6% w/ 15yr tenor; </a:t>
            </a:r>
          </a:p>
          <a:p>
            <a:pPr marL="534924" lvl="1" indent="-342900"/>
            <a:r>
              <a:rPr lang="en-US" dirty="0">
                <a:solidFill>
                  <a:schemeClr val="tx1"/>
                </a:solidFill>
                <a:latin typeface="Inter" panose="020B0502030000000004" pitchFamily="34" charset="0"/>
              </a:rPr>
              <a:t>30% equity @ 6% hurdle rate</a:t>
            </a:r>
          </a:p>
          <a:p>
            <a:pPr marL="534924" lvl="1" indent="-342900"/>
            <a:r>
              <a:rPr lang="en-US" dirty="0">
                <a:solidFill>
                  <a:schemeClr val="tx1"/>
                </a:solidFill>
                <a:latin typeface="Inter" panose="020B0502030000000004" pitchFamily="34" charset="0"/>
              </a:rPr>
              <a:t>Project lifetime: 20 yr. </a:t>
            </a:r>
          </a:p>
          <a:p>
            <a:pPr marL="534924" lvl="1" indent="-342900"/>
            <a:r>
              <a:rPr lang="en-US" dirty="0">
                <a:solidFill>
                  <a:schemeClr val="tx1"/>
                </a:solidFill>
                <a:latin typeface="Inter" panose="020B0502030000000004" pitchFamily="34" charset="0"/>
              </a:rPr>
              <a:t>Residual value @ project end: 0%</a:t>
            </a:r>
          </a:p>
          <a:p>
            <a:pPr marL="534924" lvl="1" indent="-342900"/>
            <a:r>
              <a:rPr lang="en-US" dirty="0">
                <a:solidFill>
                  <a:schemeClr val="tx1"/>
                </a:solidFill>
                <a:latin typeface="Inter" panose="020B0502030000000004" pitchFamily="34" charset="0"/>
              </a:rPr>
              <a:t>Depreciation: </a:t>
            </a:r>
          </a:p>
          <a:p>
            <a:pPr marL="729234" lvl="2" indent="-342900"/>
            <a:r>
              <a:rPr lang="en-US" dirty="0">
                <a:solidFill>
                  <a:schemeClr val="tx1"/>
                </a:solidFill>
                <a:latin typeface="Inter" panose="020B0502030000000004" pitchFamily="34" charset="0"/>
              </a:rPr>
              <a:t>5yr MACRS for Wind/Solar/BESS.  </a:t>
            </a:r>
          </a:p>
          <a:p>
            <a:pPr marL="729234" lvl="2" indent="-342900"/>
            <a:r>
              <a:rPr lang="en-US" dirty="0">
                <a:solidFill>
                  <a:schemeClr val="tx1"/>
                </a:solidFill>
                <a:latin typeface="Inter" panose="020B0502030000000004" pitchFamily="34" charset="0"/>
              </a:rPr>
              <a:t>15yr linear for GT. </a:t>
            </a:r>
          </a:p>
          <a:p>
            <a:pPr marL="534924" lvl="1" indent="-342900"/>
            <a:r>
              <a:rPr lang="en-US" dirty="0">
                <a:solidFill>
                  <a:schemeClr val="tx1"/>
                </a:solidFill>
                <a:latin typeface="Inter" panose="020B0502030000000004" pitchFamily="34" charset="0"/>
              </a:rPr>
              <a:t>Inflation: 2.5% y/y. </a:t>
            </a:r>
          </a:p>
          <a:p>
            <a:pPr marL="534924" lvl="1" indent="-342900"/>
            <a:r>
              <a:rPr lang="en-US" dirty="0">
                <a:solidFill>
                  <a:schemeClr val="tx1"/>
                </a:solidFill>
                <a:latin typeface="Inter" panose="020B0502030000000004" pitchFamily="34" charset="0"/>
              </a:rPr>
              <a:t>Income tax: 21%</a:t>
            </a:r>
          </a:p>
          <a:p>
            <a:pPr marL="534924" lvl="1" indent="-342900"/>
            <a:r>
              <a:rPr lang="en-US" dirty="0">
                <a:solidFill>
                  <a:schemeClr val="tx1"/>
                </a:solidFill>
                <a:latin typeface="Inter" panose="020B0502030000000004" pitchFamily="34" charset="0"/>
              </a:rPr>
              <a:t>Subsidy: </a:t>
            </a:r>
          </a:p>
          <a:p>
            <a:pPr marL="729234" lvl="2" indent="-342900"/>
            <a:r>
              <a:rPr lang="en-US" dirty="0">
                <a:solidFill>
                  <a:schemeClr val="tx1"/>
                </a:solidFill>
                <a:latin typeface="Inter" panose="020B0502030000000004" pitchFamily="34" charset="0"/>
              </a:rPr>
              <a:t>30% ITC for BESS.</a:t>
            </a:r>
          </a:p>
          <a:p>
            <a:pPr marL="729234" lvl="2" indent="-342900"/>
            <a:r>
              <a:rPr lang="en-US" dirty="0">
                <a:solidFill>
                  <a:schemeClr val="tx1"/>
                </a:solidFill>
                <a:latin typeface="Inter" panose="020B0502030000000004" pitchFamily="34" charset="0"/>
              </a:rPr>
              <a:t>No PTC for Wind</a:t>
            </a:r>
          </a:p>
          <a:p>
            <a:pPr marL="729234" lvl="2" indent="-342900"/>
            <a:r>
              <a:rPr lang="en-US" dirty="0">
                <a:solidFill>
                  <a:schemeClr val="tx1"/>
                </a:solidFill>
                <a:latin typeface="Inter" panose="020B0502030000000004" pitchFamily="34" charset="0"/>
              </a:rPr>
              <a:t>No ITC for Solar. </a:t>
            </a:r>
          </a:p>
        </p:txBody>
      </p:sp>
      <p:sp>
        <p:nvSpPr>
          <p:cNvPr id="9" name="Content Placeholder 4">
            <a:extLst>
              <a:ext uri="{FF2B5EF4-FFF2-40B4-BE49-F238E27FC236}">
                <a16:creationId xmlns:a16="http://schemas.microsoft.com/office/drawing/2014/main" id="{38842C26-80C5-D041-4A9F-FF0EA7A47A9D}"/>
              </a:ext>
            </a:extLst>
          </p:cNvPr>
          <p:cNvSpPr txBox="1">
            <a:spLocks/>
          </p:cNvSpPr>
          <p:nvPr/>
        </p:nvSpPr>
        <p:spPr>
          <a:xfrm>
            <a:off x="6409767" y="3434264"/>
            <a:ext cx="5522257" cy="2070066"/>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800"/>
              </a:spcAft>
              <a:buClr>
                <a:schemeClr val="tx1"/>
              </a:buClr>
              <a:buFont typeface="Arial" panose="020B0604020202020204" pitchFamily="34" charset="0"/>
              <a:buNone/>
              <a:defRPr sz="1600" kern="1200">
                <a:solidFill>
                  <a:srgbClr val="212121"/>
                </a:solidFill>
                <a:latin typeface="Inter" panose="02000503000000020004" pitchFamily="2" charset="0"/>
                <a:ea typeface="+mn-ea"/>
                <a:cs typeface="+mn-cs"/>
              </a:defRPr>
            </a:lvl1pPr>
            <a:lvl2pPr marL="171450" indent="-17145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kern="1200">
                <a:solidFill>
                  <a:srgbClr val="212121"/>
                </a:solidFill>
                <a:latin typeface="Inter" panose="02000503000000020004" pitchFamily="2" charset="0"/>
                <a:ea typeface="+mn-ea"/>
                <a:cs typeface="+mn-cs"/>
              </a:defRPr>
            </a:lvl2pPr>
            <a:lvl3pPr marL="365760" indent="-182880" algn="l" defTabSz="914400" rtl="0" eaLnBrk="1" latinLnBrk="0" hangingPunct="1">
              <a:lnSpc>
                <a:spcPct val="100000"/>
              </a:lnSpc>
              <a:spcBef>
                <a:spcPts val="0"/>
              </a:spcBef>
              <a:spcAft>
                <a:spcPts val="600"/>
              </a:spcAft>
              <a:buClr>
                <a:schemeClr val="tx2"/>
              </a:buClr>
              <a:buFont typeface="Arial"/>
              <a:buChar char="–"/>
              <a:defRPr sz="1600" kern="1200">
                <a:solidFill>
                  <a:srgbClr val="212121"/>
                </a:solidFill>
                <a:latin typeface="Inter" panose="02000503000000020004" pitchFamily="2" charset="0"/>
                <a:ea typeface="+mn-ea"/>
                <a:cs typeface="+mn-cs"/>
              </a:defRPr>
            </a:lvl3pPr>
            <a:lvl4pPr marL="548640" indent="-182880" algn="l" defTabSz="914400" rtl="0" eaLnBrk="1" latinLnBrk="0" hangingPunct="1">
              <a:lnSpc>
                <a:spcPct val="100000"/>
              </a:lnSpc>
              <a:spcBef>
                <a:spcPts val="0"/>
              </a:spcBef>
              <a:spcAft>
                <a:spcPts val="600"/>
              </a:spcAft>
              <a:buClr>
                <a:schemeClr val="tx2"/>
              </a:buClr>
              <a:buFont typeface="Arial"/>
              <a:buChar char="–"/>
              <a:defRPr sz="1600" kern="1200">
                <a:solidFill>
                  <a:srgbClr val="212121"/>
                </a:solidFill>
                <a:latin typeface="Inter" panose="02000503000000020004" pitchFamily="2" charset="0"/>
                <a:ea typeface="+mn-ea"/>
                <a:cs typeface="+mn-cs"/>
              </a:defRPr>
            </a:lvl4pPr>
            <a:lvl5pPr marL="731520" indent="-182880" algn="l" defTabSz="914400" rtl="0" eaLnBrk="1" latinLnBrk="0" hangingPunct="1">
              <a:lnSpc>
                <a:spcPct val="100000"/>
              </a:lnSpc>
              <a:spcBef>
                <a:spcPts val="0"/>
              </a:spcBef>
              <a:spcAft>
                <a:spcPts val="600"/>
              </a:spcAft>
              <a:buClr>
                <a:schemeClr val="tx2"/>
              </a:buClr>
              <a:buFont typeface="Arial"/>
              <a:buChar char="–"/>
              <a:defRPr sz="1600" kern="1200">
                <a:solidFill>
                  <a:srgbClr val="212121"/>
                </a:solidFill>
                <a:latin typeface="Inter" panose="02000503000000020004" pitchFamily="2" charset="0"/>
                <a:ea typeface="+mn-ea"/>
                <a:cs typeface="+mn-cs"/>
              </a:defRPr>
            </a:lvl5pPr>
            <a:lvl6pPr marL="0" indent="0" algn="l" defTabSz="914400" rtl="0" eaLnBrk="1" latinLnBrk="0" hangingPunct="1">
              <a:lnSpc>
                <a:spcPct val="100000"/>
              </a:lnSpc>
              <a:spcBef>
                <a:spcPts val="0"/>
              </a:spcBef>
              <a:spcAft>
                <a:spcPts val="400"/>
              </a:spcAft>
              <a:buClr>
                <a:schemeClr val="tx1"/>
              </a:buClr>
              <a:buFont typeface="Arial" panose="020B0604020202020204" pitchFamily="34" charset="0"/>
              <a:buNone/>
              <a:tabLst/>
              <a:defRPr sz="1400" kern="1200">
                <a:solidFill>
                  <a:schemeClr val="tx1"/>
                </a:solidFill>
                <a:latin typeface="+mn-lt"/>
                <a:ea typeface="+mn-ea"/>
                <a:cs typeface="+mn-cs"/>
              </a:defRPr>
            </a:lvl6pPr>
            <a:lvl7pPr marL="0" indent="-182880" algn="l" defTabSz="914400" rtl="0" eaLnBrk="1" latinLnBrk="0" hangingPunct="1">
              <a:lnSpc>
                <a:spcPct val="100000"/>
              </a:lnSpc>
              <a:spcBef>
                <a:spcPts val="0"/>
              </a:spcBef>
              <a:spcAft>
                <a:spcPts val="400"/>
              </a:spcAft>
              <a:buClr>
                <a:schemeClr val="tx1"/>
              </a:buClr>
              <a:buFont typeface="Arial"/>
              <a:buChar char="–"/>
              <a:defRPr sz="1400" kern="1200">
                <a:solidFill>
                  <a:schemeClr val="tx1"/>
                </a:solidFill>
                <a:latin typeface="+mn-lt"/>
                <a:ea typeface="+mn-ea"/>
                <a:cs typeface="+mn-cs"/>
              </a:defRPr>
            </a:lvl7pPr>
            <a:lvl8pPr marL="365760" indent="-182880" algn="l" defTabSz="914400" rtl="0" eaLnBrk="1" latinLnBrk="0" hangingPunct="1">
              <a:lnSpc>
                <a:spcPct val="100000"/>
              </a:lnSpc>
              <a:spcBef>
                <a:spcPts val="0"/>
              </a:spcBef>
              <a:spcAft>
                <a:spcPts val="400"/>
              </a:spcAft>
              <a:buClr>
                <a:schemeClr val="tx1"/>
              </a:buClr>
              <a:buFont typeface="Arial"/>
              <a:buChar char="–"/>
              <a:defRPr sz="1400" kern="1200">
                <a:solidFill>
                  <a:schemeClr val="tx1"/>
                </a:solidFill>
                <a:latin typeface="+mn-lt"/>
                <a:ea typeface="+mn-ea"/>
                <a:cs typeface="+mn-cs"/>
              </a:defRPr>
            </a:lvl8pPr>
            <a:lvl9pPr marL="0" indent="0" algn="l" defTabSz="914400" rtl="0" eaLnBrk="1" latinLnBrk="0" hangingPunct="1">
              <a:lnSpc>
                <a:spcPct val="100000"/>
              </a:lnSpc>
              <a:spcBef>
                <a:spcPts val="0"/>
              </a:spcBef>
              <a:spcAft>
                <a:spcPts val="200"/>
              </a:spcAft>
              <a:buFont typeface="Arial" panose="020B0604020202020204" pitchFamily="34" charset="0"/>
              <a:buNone/>
              <a:tabLst/>
              <a:defRPr sz="1100" i="1" kern="1200">
                <a:solidFill>
                  <a:schemeClr val="tx1"/>
                </a:solidFill>
                <a:latin typeface="+mn-lt"/>
                <a:ea typeface="+mn-ea"/>
                <a:cs typeface="+mn-cs"/>
              </a:defRPr>
            </a:lvl9pPr>
          </a:lstStyle>
          <a:p>
            <a:pPr>
              <a:spcAft>
                <a:spcPts val="600"/>
              </a:spcAft>
            </a:pPr>
            <a:r>
              <a:rPr lang="en-US" b="1" dirty="0">
                <a:solidFill>
                  <a:schemeClr val="tx1"/>
                </a:solidFill>
                <a:latin typeface="Inter" panose="020B0502030000000004" pitchFamily="34" charset="0"/>
              </a:rPr>
              <a:t>OPEX assumptions </a:t>
            </a:r>
            <a:r>
              <a:rPr lang="en-US" dirty="0">
                <a:solidFill>
                  <a:schemeClr val="tx1"/>
                </a:solidFill>
                <a:latin typeface="Inter" panose="020B0502030000000004" pitchFamily="34" charset="0"/>
              </a:rPr>
              <a:t>(adjust w/ inflation yr over yr): </a:t>
            </a:r>
          </a:p>
          <a:p>
            <a:pPr marL="534924" lvl="1" indent="-342900"/>
            <a:r>
              <a:rPr lang="en-US" dirty="0">
                <a:solidFill>
                  <a:schemeClr val="tx1"/>
                </a:solidFill>
                <a:latin typeface="Inter" panose="020B0502030000000004" pitchFamily="34" charset="0"/>
              </a:rPr>
              <a:t>Wind O&amp;M: $18/kW/yr.</a:t>
            </a:r>
          </a:p>
          <a:p>
            <a:pPr marL="534924" lvl="1" indent="-342900"/>
            <a:r>
              <a:rPr lang="en-US" dirty="0">
                <a:solidFill>
                  <a:schemeClr val="tx1"/>
                </a:solidFill>
                <a:latin typeface="Inter" panose="020B0502030000000004" pitchFamily="34" charset="0"/>
              </a:rPr>
              <a:t>Solar: $7.05/</a:t>
            </a:r>
            <a:r>
              <a:rPr lang="en-US" dirty="0" err="1">
                <a:solidFill>
                  <a:schemeClr val="tx1"/>
                </a:solidFill>
                <a:latin typeface="Inter" panose="020B0502030000000004" pitchFamily="34" charset="0"/>
              </a:rPr>
              <a:t>kW</a:t>
            </a:r>
            <a:r>
              <a:rPr lang="en-US" baseline="-25000" dirty="0" err="1">
                <a:solidFill>
                  <a:schemeClr val="tx1"/>
                </a:solidFill>
                <a:latin typeface="Inter" panose="020B0502030000000004" pitchFamily="34" charset="0"/>
              </a:rPr>
              <a:t>ac</a:t>
            </a:r>
            <a:r>
              <a:rPr lang="en-US" dirty="0">
                <a:solidFill>
                  <a:schemeClr val="tx1"/>
                </a:solidFill>
                <a:latin typeface="Inter" panose="020B0502030000000004" pitchFamily="34" charset="0"/>
              </a:rPr>
              <a:t>/yr</a:t>
            </a:r>
          </a:p>
          <a:p>
            <a:pPr marL="534924" lvl="1" indent="-342900"/>
            <a:r>
              <a:rPr lang="en-US" dirty="0">
                <a:solidFill>
                  <a:schemeClr val="tx1"/>
                </a:solidFill>
                <a:latin typeface="Inter" panose="020B0502030000000004" pitchFamily="34" charset="0"/>
              </a:rPr>
              <a:t>BESS O&amp;M: $13/kw/yr.</a:t>
            </a:r>
          </a:p>
          <a:p>
            <a:pPr marL="534924" lvl="1" indent="-342900"/>
            <a:r>
              <a:rPr lang="en-US" dirty="0">
                <a:solidFill>
                  <a:schemeClr val="tx1"/>
                </a:solidFill>
                <a:latin typeface="Inter" panose="020B0502030000000004" pitchFamily="34" charset="0"/>
              </a:rPr>
              <a:t>GT O&amp;M: $15/ </a:t>
            </a:r>
            <a:r>
              <a:rPr lang="en-US" dirty="0" err="1">
                <a:solidFill>
                  <a:schemeClr val="tx1"/>
                </a:solidFill>
                <a:latin typeface="Inter" panose="020B0502030000000004" pitchFamily="34" charset="0"/>
              </a:rPr>
              <a:t>kW</a:t>
            </a:r>
            <a:r>
              <a:rPr lang="en-US" baseline="-25000" dirty="0" err="1">
                <a:solidFill>
                  <a:schemeClr val="tx1"/>
                </a:solidFill>
                <a:latin typeface="Inter" panose="020B0502030000000004" pitchFamily="34" charset="0"/>
              </a:rPr>
              <a:t>ac</a:t>
            </a:r>
            <a:r>
              <a:rPr lang="en-US" dirty="0">
                <a:solidFill>
                  <a:schemeClr val="tx1"/>
                </a:solidFill>
                <a:latin typeface="Inter" panose="020B0502030000000004" pitchFamily="34" charset="0"/>
              </a:rPr>
              <a:t>/yr fixed, $10/MWh variable. </a:t>
            </a:r>
          </a:p>
          <a:p>
            <a:pPr marL="534924" lvl="1" indent="-342900"/>
            <a:r>
              <a:rPr lang="en-US" dirty="0">
                <a:solidFill>
                  <a:schemeClr val="tx1"/>
                </a:solidFill>
                <a:latin typeface="Inter" panose="020B0502030000000004" pitchFamily="34" charset="0"/>
              </a:rPr>
              <a:t>NG: $3.5/MMBTU. </a:t>
            </a:r>
          </a:p>
        </p:txBody>
      </p:sp>
      <p:sp>
        <p:nvSpPr>
          <p:cNvPr id="10" name="Content Placeholder 4">
            <a:extLst>
              <a:ext uri="{FF2B5EF4-FFF2-40B4-BE49-F238E27FC236}">
                <a16:creationId xmlns:a16="http://schemas.microsoft.com/office/drawing/2014/main" id="{4E3F61C0-BF2E-5DD7-1BF2-13521995C789}"/>
              </a:ext>
            </a:extLst>
          </p:cNvPr>
          <p:cNvSpPr txBox="1">
            <a:spLocks/>
          </p:cNvSpPr>
          <p:nvPr/>
        </p:nvSpPr>
        <p:spPr>
          <a:xfrm>
            <a:off x="6409767" y="1055415"/>
            <a:ext cx="4997158" cy="2252561"/>
          </a:xfrm>
          <a:prstGeom prst="rect">
            <a:avLst/>
          </a:prstGeom>
        </p:spPr>
        <p:txBody>
          <a:bodyPr vert="horz" lIns="0" tIns="0" rIns="0" bIns="0" rtlCol="0">
            <a:noAutofit/>
          </a:bodyPr>
          <a:lstStyle>
            <a:lvl1pPr marL="192024" indent="-192024" algn="l" defTabSz="914400" rtl="0" eaLnBrk="1" latinLnBrk="0" hangingPunct="1">
              <a:lnSpc>
                <a:spcPct val="99000"/>
              </a:lnSpc>
              <a:spcBef>
                <a:spcPts val="1400"/>
              </a:spcBef>
              <a:spcAft>
                <a:spcPts val="0"/>
              </a:spcAft>
              <a:buFont typeface="Arial" panose="020B0604020202020204" pitchFamily="34" charset="0"/>
              <a:buChar char="•"/>
              <a:defRPr sz="2800" kern="1200">
                <a:solidFill>
                  <a:schemeClr val="accent2"/>
                </a:solidFill>
                <a:latin typeface="+mn-lt"/>
                <a:ea typeface="+mn-ea"/>
                <a:cs typeface="+mn-cs"/>
              </a:defRPr>
            </a:lvl1pPr>
            <a:lvl2pPr marL="192024" indent="0" algn="l" defTabSz="914400" rtl="0" eaLnBrk="1" latinLnBrk="0" hangingPunct="1">
              <a:lnSpc>
                <a:spcPct val="99000"/>
              </a:lnSpc>
              <a:spcBef>
                <a:spcPts val="0"/>
              </a:spcBef>
              <a:buFontTx/>
              <a:buNone/>
              <a:defRPr sz="2800" kern="1200">
                <a:solidFill>
                  <a:schemeClr val="accent2"/>
                </a:solidFill>
                <a:latin typeface="+mn-lt"/>
                <a:ea typeface="+mn-ea"/>
                <a:cs typeface="+mn-cs"/>
              </a:defRPr>
            </a:lvl2pPr>
            <a:lvl3pPr marL="192088" indent="-192088" algn="l" defTabSz="914400" rtl="0" eaLnBrk="1" latinLnBrk="0" hangingPunct="1">
              <a:lnSpc>
                <a:spcPct val="99000"/>
              </a:lnSpc>
              <a:spcBef>
                <a:spcPts val="1200"/>
              </a:spcBef>
              <a:buSzPct val="91000"/>
              <a:buFont typeface="Arial" panose="020B0604020202020204" pitchFamily="34" charset="0"/>
              <a:buChar char="•"/>
              <a:defRPr sz="2400" kern="1200">
                <a:solidFill>
                  <a:schemeClr val="accent2"/>
                </a:solidFill>
                <a:latin typeface="+mn-lt"/>
                <a:ea typeface="+mn-ea"/>
                <a:cs typeface="+mn-cs"/>
              </a:defRPr>
            </a:lvl3pPr>
            <a:lvl4pPr marL="192024" indent="0" algn="l" defTabSz="914400" rtl="0" eaLnBrk="1" latinLnBrk="0" hangingPunct="1">
              <a:lnSpc>
                <a:spcPct val="99000"/>
              </a:lnSpc>
              <a:spcBef>
                <a:spcPts val="0"/>
              </a:spcBef>
              <a:buFontTx/>
              <a:buNone/>
              <a:defRPr sz="2400" kern="1200">
                <a:solidFill>
                  <a:schemeClr val="accent2"/>
                </a:solidFill>
                <a:latin typeface="+mn-lt"/>
                <a:ea typeface="+mn-ea"/>
                <a:cs typeface="+mn-cs"/>
              </a:defRPr>
            </a:lvl4pPr>
            <a:lvl5pPr marL="192024" indent="-192024" algn="l" defTabSz="914400" rtl="0" eaLnBrk="1" latinLnBrk="0" hangingPunct="1">
              <a:lnSpc>
                <a:spcPct val="99000"/>
              </a:lnSpc>
              <a:spcBef>
                <a:spcPts val="900"/>
              </a:spcBef>
              <a:buSzPct val="91000"/>
              <a:buFont typeface="Arial" panose="020B0604020202020204" pitchFamily="34" charset="0"/>
              <a:buChar char="•"/>
              <a:defRPr sz="1800" kern="1200">
                <a:solidFill>
                  <a:schemeClr val="accent2"/>
                </a:solidFill>
                <a:latin typeface="+mn-lt"/>
                <a:ea typeface="+mn-ea"/>
                <a:cs typeface="+mn-cs"/>
              </a:defRPr>
            </a:lvl5pPr>
            <a:lvl6pPr marL="192024" indent="0" algn="l" defTabSz="914400" rtl="0" eaLnBrk="1" latinLnBrk="0" hangingPunct="1">
              <a:lnSpc>
                <a:spcPct val="99000"/>
              </a:lnSpc>
              <a:spcBef>
                <a:spcPts val="0"/>
              </a:spcBef>
              <a:buSzPct val="91000"/>
              <a:buFontTx/>
              <a:buNone/>
              <a:defRPr sz="1800" kern="1200">
                <a:solidFill>
                  <a:schemeClr val="accent2"/>
                </a:solidFill>
                <a:latin typeface="+mn-lt"/>
                <a:ea typeface="+mn-ea"/>
                <a:cs typeface="+mn-cs"/>
              </a:defRPr>
            </a:lvl6pPr>
            <a:lvl7pPr marL="0" indent="0" algn="l" defTabSz="914400" rtl="0" eaLnBrk="1" latinLnBrk="0" hangingPunct="1">
              <a:lnSpc>
                <a:spcPct val="99000"/>
              </a:lnSpc>
              <a:spcBef>
                <a:spcPts val="900"/>
              </a:spcBef>
              <a:buSzPct val="91000"/>
              <a:buFontTx/>
              <a:buNone/>
              <a:defRPr sz="1800" b="1" kern="1200">
                <a:solidFill>
                  <a:schemeClr val="accent2"/>
                </a:solidFill>
                <a:latin typeface="+mn-lt"/>
                <a:ea typeface="+mn-ea"/>
                <a:cs typeface="+mn-cs"/>
              </a:defRPr>
            </a:lvl7pPr>
            <a:lvl8pPr marL="0" indent="0" algn="l" defTabSz="914400" rtl="0" eaLnBrk="1" latinLnBrk="0" hangingPunct="1">
              <a:lnSpc>
                <a:spcPct val="99000"/>
              </a:lnSpc>
              <a:spcBef>
                <a:spcPts val="0"/>
              </a:spcBef>
              <a:buSzPct val="91000"/>
              <a:buFontTx/>
              <a:buNone/>
              <a:defRPr sz="1800" kern="1200">
                <a:solidFill>
                  <a:schemeClr val="accent2"/>
                </a:solidFill>
                <a:latin typeface="+mn-lt"/>
                <a:ea typeface="+mn-ea"/>
                <a:cs typeface="+mn-cs"/>
              </a:defRPr>
            </a:lvl8pPr>
            <a:lvl9pPr marL="0" indent="0" algn="l" defTabSz="914400" rtl="0" eaLnBrk="1" latinLnBrk="0" hangingPunct="1">
              <a:lnSpc>
                <a:spcPct val="99000"/>
              </a:lnSpc>
              <a:spcBef>
                <a:spcPts val="900"/>
              </a:spcBef>
              <a:buSzPct val="91000"/>
              <a:buFontTx/>
              <a:buNone/>
              <a:defRPr sz="1800" i="1" kern="1200">
                <a:solidFill>
                  <a:schemeClr val="accent2"/>
                </a:solidFill>
                <a:latin typeface="+mn-lt"/>
                <a:ea typeface="+mn-ea"/>
                <a:cs typeface="+mn-cs"/>
              </a:defRPr>
            </a:lvl9pPr>
          </a:lstStyle>
          <a:p>
            <a:pPr marL="0" indent="0">
              <a:lnSpc>
                <a:spcPct val="100000"/>
              </a:lnSpc>
              <a:spcBef>
                <a:spcPts val="300"/>
              </a:spcBef>
              <a:spcAft>
                <a:spcPts val="600"/>
              </a:spcAft>
              <a:buNone/>
            </a:pPr>
            <a:r>
              <a:rPr lang="en-US" sz="1600" b="1" dirty="0">
                <a:solidFill>
                  <a:schemeClr val="tx1"/>
                </a:solidFill>
              </a:rPr>
              <a:t>CAPEX assumptions : </a:t>
            </a:r>
            <a:r>
              <a:rPr lang="en-US" sz="1600" dirty="0">
                <a:solidFill>
                  <a:schemeClr val="tx1"/>
                </a:solidFill>
              </a:rPr>
              <a:t>.</a:t>
            </a:r>
          </a:p>
          <a:p>
            <a:pPr marL="477774" lvl="1" indent="-285750">
              <a:lnSpc>
                <a:spcPct val="100000"/>
              </a:lnSpc>
              <a:spcAft>
                <a:spcPts val="600"/>
              </a:spcAft>
              <a:buFont typeface="Arial" panose="020B0604020202020204" pitchFamily="34" charset="0"/>
              <a:buChar char="•"/>
            </a:pPr>
            <a:r>
              <a:rPr lang="en-US" sz="1600" dirty="0">
                <a:solidFill>
                  <a:schemeClr val="tx1"/>
                </a:solidFill>
                <a:latin typeface="Inter" panose="020B0502030000000004" pitchFamily="34" charset="0"/>
              </a:rPr>
              <a:t>Wind: $2000/kW.</a:t>
            </a:r>
          </a:p>
          <a:p>
            <a:pPr marL="477774" lvl="1" indent="-285750">
              <a:lnSpc>
                <a:spcPct val="100000"/>
              </a:lnSpc>
              <a:spcAft>
                <a:spcPts val="600"/>
              </a:spcAft>
              <a:buFont typeface="Arial" panose="020B0604020202020204" pitchFamily="34" charset="0"/>
              <a:buChar char="•"/>
            </a:pPr>
            <a:r>
              <a:rPr lang="en-US" sz="1600" dirty="0">
                <a:solidFill>
                  <a:schemeClr val="tx1"/>
                </a:solidFill>
                <a:latin typeface="Inter" panose="020B0502030000000004" pitchFamily="34" charset="0"/>
              </a:rPr>
              <a:t>Solar: $ 1600/</a:t>
            </a:r>
            <a:r>
              <a:rPr lang="en-US" sz="1600" dirty="0" err="1">
                <a:solidFill>
                  <a:schemeClr val="tx1"/>
                </a:solidFill>
                <a:latin typeface="Inter" panose="020B0502030000000004" pitchFamily="34" charset="0"/>
              </a:rPr>
              <a:t>kW</a:t>
            </a:r>
            <a:r>
              <a:rPr lang="en-US" sz="1600" baseline="-25000" dirty="0" err="1">
                <a:solidFill>
                  <a:schemeClr val="tx1"/>
                </a:solidFill>
                <a:latin typeface="Inter" panose="020B0502030000000004" pitchFamily="34" charset="0"/>
              </a:rPr>
              <a:t>ac</a:t>
            </a:r>
            <a:r>
              <a:rPr lang="en-US" sz="1600" dirty="0">
                <a:solidFill>
                  <a:schemeClr val="tx1"/>
                </a:solidFill>
                <a:latin typeface="Inter" panose="020B0502030000000004" pitchFamily="34" charset="0"/>
              </a:rPr>
              <a:t> @ DC/AC=1.35</a:t>
            </a:r>
          </a:p>
          <a:p>
            <a:pPr marL="477774" lvl="1" indent="-285750">
              <a:lnSpc>
                <a:spcPct val="100000"/>
              </a:lnSpc>
              <a:spcAft>
                <a:spcPts val="600"/>
              </a:spcAft>
              <a:buFont typeface="Arial" panose="020B0604020202020204" pitchFamily="34" charset="0"/>
              <a:buChar char="•"/>
            </a:pPr>
            <a:r>
              <a:rPr lang="en-US" sz="1600" dirty="0">
                <a:solidFill>
                  <a:schemeClr val="tx1"/>
                </a:solidFill>
                <a:latin typeface="Inter" panose="020B0502030000000004" pitchFamily="34" charset="0"/>
              </a:rPr>
              <a:t>BESS: $238/kWh.</a:t>
            </a:r>
          </a:p>
          <a:p>
            <a:pPr marL="477774" lvl="1" indent="-285750">
              <a:lnSpc>
                <a:spcPct val="100000"/>
              </a:lnSpc>
              <a:spcAft>
                <a:spcPts val="600"/>
              </a:spcAft>
              <a:buFont typeface="Arial" panose="020B0604020202020204" pitchFamily="34" charset="0"/>
              <a:buChar char="•"/>
            </a:pPr>
            <a:r>
              <a:rPr lang="en-US" sz="1600" dirty="0">
                <a:solidFill>
                  <a:schemeClr val="tx1"/>
                </a:solidFill>
                <a:latin typeface="Inter" panose="020B0502030000000004" pitchFamily="34" charset="0"/>
              </a:rPr>
              <a:t>LM2500: $3000/kW.</a:t>
            </a:r>
          </a:p>
          <a:p>
            <a:pPr marL="477774" lvl="1" indent="-285750">
              <a:lnSpc>
                <a:spcPct val="100000"/>
              </a:lnSpc>
              <a:spcAft>
                <a:spcPts val="600"/>
              </a:spcAft>
              <a:buFont typeface="Arial" panose="020B0604020202020204" pitchFamily="34" charset="0"/>
              <a:buChar char="•"/>
            </a:pPr>
            <a:r>
              <a:rPr lang="en-US" sz="1600" dirty="0">
                <a:solidFill>
                  <a:schemeClr val="tx1"/>
                </a:solidFill>
                <a:latin typeface="Inter" panose="020B0502030000000004" pitchFamily="34" charset="0"/>
              </a:rPr>
              <a:t>Substation/BOP</a:t>
            </a:r>
            <a:r>
              <a:rPr lang="en-US" sz="1600">
                <a:solidFill>
                  <a:schemeClr val="tx1"/>
                </a:solidFill>
                <a:latin typeface="Inter" panose="020B0502030000000004" pitchFamily="34" charset="0"/>
              </a:rPr>
              <a:t>: $10M  </a:t>
            </a:r>
            <a:endParaRPr lang="en-US" sz="1600" dirty="0">
              <a:solidFill>
                <a:schemeClr val="tx1"/>
              </a:solidFill>
              <a:latin typeface="Inter" panose="020B0502030000000004" pitchFamily="34" charset="0"/>
            </a:endParaRPr>
          </a:p>
        </p:txBody>
      </p:sp>
    </p:spTree>
    <p:extLst>
      <p:ext uri="{BB962C8B-B14F-4D97-AF65-F5344CB8AC3E}">
        <p14:creationId xmlns:p14="http://schemas.microsoft.com/office/powerpoint/2010/main" val="11336434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08ABA3-B09C-E4CD-EA2B-AA6E659D9EF2}"/>
              </a:ext>
            </a:extLst>
          </p:cNvPr>
          <p:cNvSpPr>
            <a:spLocks noGrp="1"/>
          </p:cNvSpPr>
          <p:nvPr>
            <p:ph type="title"/>
          </p:nvPr>
        </p:nvSpPr>
        <p:spPr>
          <a:xfrm>
            <a:off x="419100" y="419100"/>
            <a:ext cx="9578915" cy="845495"/>
          </a:xfrm>
        </p:spPr>
        <p:txBody>
          <a:bodyPr/>
          <a:lstStyle/>
          <a:p>
            <a:r>
              <a:rPr lang="en-US" dirty="0"/>
              <a:t>LCOE vs. Plant Load Compliance</a:t>
            </a:r>
          </a:p>
        </p:txBody>
      </p:sp>
      <p:sp>
        <p:nvSpPr>
          <p:cNvPr id="2" name="Slide Number Placeholder 1">
            <a:extLst>
              <a:ext uri="{FF2B5EF4-FFF2-40B4-BE49-F238E27FC236}">
                <a16:creationId xmlns:a16="http://schemas.microsoft.com/office/drawing/2014/main" id="{1C212B14-F4DF-6DF5-F21F-E97D2D9CEA09}"/>
              </a:ext>
            </a:extLst>
          </p:cNvPr>
          <p:cNvSpPr>
            <a:spLocks noGrp="1"/>
          </p:cNvSpPr>
          <p:nvPr>
            <p:ph type="sldNum" sz="quarter" idx="12"/>
          </p:nvPr>
        </p:nvSpPr>
        <p:spPr/>
        <p:txBody>
          <a:bodyPr/>
          <a:lstStyle/>
          <a:p>
            <a:fld id="{7A7A97EF-C944-4447-B862-B593E9B4A0FF}" type="slidenum">
              <a:rPr lang="en-US" smtClean="0"/>
              <a:t>6</a:t>
            </a:fld>
            <a:endParaRPr lang="en-US" dirty="0"/>
          </a:p>
        </p:txBody>
      </p:sp>
      <p:sp>
        <p:nvSpPr>
          <p:cNvPr id="3" name="Footer Placeholder 2">
            <a:extLst>
              <a:ext uri="{FF2B5EF4-FFF2-40B4-BE49-F238E27FC236}">
                <a16:creationId xmlns:a16="http://schemas.microsoft.com/office/drawing/2014/main" id="{7C467202-9843-04F8-AA31-5355E90B3A31}"/>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pic>
        <p:nvPicPr>
          <p:cNvPr id="6" name="Picture 5">
            <a:extLst>
              <a:ext uri="{FF2B5EF4-FFF2-40B4-BE49-F238E27FC236}">
                <a16:creationId xmlns:a16="http://schemas.microsoft.com/office/drawing/2014/main" id="{2E933D44-2D03-E1F8-51B4-9B7E4038F84A}"/>
              </a:ext>
            </a:extLst>
          </p:cNvPr>
          <p:cNvPicPr>
            <a:picLocks noChangeAspect="1"/>
          </p:cNvPicPr>
          <p:nvPr/>
        </p:nvPicPr>
        <p:blipFill>
          <a:blip r:embed="rId2"/>
          <a:stretch>
            <a:fillRect/>
          </a:stretch>
        </p:blipFill>
        <p:spPr>
          <a:xfrm>
            <a:off x="969819" y="1264595"/>
            <a:ext cx="4366290" cy="5106613"/>
          </a:xfrm>
          <a:prstGeom prst="rect">
            <a:avLst/>
          </a:prstGeom>
        </p:spPr>
      </p:pic>
      <p:sp>
        <p:nvSpPr>
          <p:cNvPr id="7" name="TextBox 6">
            <a:extLst>
              <a:ext uri="{FF2B5EF4-FFF2-40B4-BE49-F238E27FC236}">
                <a16:creationId xmlns:a16="http://schemas.microsoft.com/office/drawing/2014/main" id="{D0400830-59ED-198B-86F1-2F62423E9C86}"/>
              </a:ext>
            </a:extLst>
          </p:cNvPr>
          <p:cNvSpPr txBox="1"/>
          <p:nvPr/>
        </p:nvSpPr>
        <p:spPr>
          <a:xfrm>
            <a:off x="1120735" y="917842"/>
            <a:ext cx="4215374" cy="256908"/>
          </a:xfrm>
          <a:prstGeom prst="rect">
            <a:avLst/>
          </a:prstGeom>
          <a:noFill/>
        </p:spPr>
        <p:txBody>
          <a:bodyPr wrap="square" lIns="0" tIns="0" rIns="0" bIns="0" rtlCol="0">
            <a:noAutofit/>
          </a:bodyPr>
          <a:lstStyle/>
          <a:p>
            <a:pPr algn="ctr">
              <a:spcAft>
                <a:spcPts val="600"/>
              </a:spcAft>
            </a:pPr>
            <a:r>
              <a:rPr lang="en-US" dirty="0"/>
              <a:t>Plot for All the Configurations</a:t>
            </a:r>
          </a:p>
        </p:txBody>
      </p:sp>
      <p:pic>
        <p:nvPicPr>
          <p:cNvPr id="11" name="Picture 10">
            <a:extLst>
              <a:ext uri="{FF2B5EF4-FFF2-40B4-BE49-F238E27FC236}">
                <a16:creationId xmlns:a16="http://schemas.microsoft.com/office/drawing/2014/main" id="{6995568F-BF18-8C12-766D-1C351D93EC55}"/>
              </a:ext>
            </a:extLst>
          </p:cNvPr>
          <p:cNvPicPr>
            <a:picLocks noChangeAspect="1"/>
          </p:cNvPicPr>
          <p:nvPr/>
        </p:nvPicPr>
        <p:blipFill>
          <a:blip r:embed="rId3"/>
          <a:stretch>
            <a:fillRect/>
          </a:stretch>
        </p:blipFill>
        <p:spPr>
          <a:xfrm>
            <a:off x="6855892" y="1325428"/>
            <a:ext cx="4366290" cy="5106613"/>
          </a:xfrm>
          <a:prstGeom prst="rect">
            <a:avLst/>
          </a:prstGeom>
        </p:spPr>
      </p:pic>
      <p:sp>
        <p:nvSpPr>
          <p:cNvPr id="12" name="TextBox 11">
            <a:extLst>
              <a:ext uri="{FF2B5EF4-FFF2-40B4-BE49-F238E27FC236}">
                <a16:creationId xmlns:a16="http://schemas.microsoft.com/office/drawing/2014/main" id="{6B768DFE-77AF-DAF3-01CE-908BF0716501}"/>
              </a:ext>
            </a:extLst>
          </p:cNvPr>
          <p:cNvSpPr txBox="1"/>
          <p:nvPr/>
        </p:nvSpPr>
        <p:spPr>
          <a:xfrm>
            <a:off x="6155764" y="917842"/>
            <a:ext cx="5766546" cy="256908"/>
          </a:xfrm>
          <a:prstGeom prst="rect">
            <a:avLst/>
          </a:prstGeom>
          <a:noFill/>
        </p:spPr>
        <p:txBody>
          <a:bodyPr wrap="square" lIns="0" tIns="0" rIns="0" bIns="0" rtlCol="0">
            <a:noAutofit/>
          </a:bodyPr>
          <a:lstStyle/>
          <a:p>
            <a:pPr algn="ctr">
              <a:spcAft>
                <a:spcPts val="600"/>
              </a:spcAft>
            </a:pPr>
            <a:r>
              <a:rPr lang="en-US" dirty="0"/>
              <a:t>Plot for Renewable Only Configurations (no GT)</a:t>
            </a:r>
          </a:p>
        </p:txBody>
      </p:sp>
    </p:spTree>
    <p:extLst>
      <p:ext uri="{BB962C8B-B14F-4D97-AF65-F5344CB8AC3E}">
        <p14:creationId xmlns:p14="http://schemas.microsoft.com/office/powerpoint/2010/main" val="19729137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08ABA3-B09C-E4CD-EA2B-AA6E659D9EF2}"/>
              </a:ext>
            </a:extLst>
          </p:cNvPr>
          <p:cNvSpPr>
            <a:spLocks noGrp="1"/>
          </p:cNvSpPr>
          <p:nvPr>
            <p:ph type="title"/>
          </p:nvPr>
        </p:nvSpPr>
        <p:spPr>
          <a:xfrm>
            <a:off x="419100" y="419100"/>
            <a:ext cx="9578915" cy="845495"/>
          </a:xfrm>
        </p:spPr>
        <p:txBody>
          <a:bodyPr/>
          <a:lstStyle/>
          <a:p>
            <a:r>
              <a:rPr lang="en-US" dirty="0"/>
              <a:t>LCOE vs. Carbon Free Energy %</a:t>
            </a:r>
          </a:p>
        </p:txBody>
      </p:sp>
      <p:sp>
        <p:nvSpPr>
          <p:cNvPr id="2" name="Slide Number Placeholder 1">
            <a:extLst>
              <a:ext uri="{FF2B5EF4-FFF2-40B4-BE49-F238E27FC236}">
                <a16:creationId xmlns:a16="http://schemas.microsoft.com/office/drawing/2014/main" id="{1C212B14-F4DF-6DF5-F21F-E97D2D9CEA09}"/>
              </a:ext>
            </a:extLst>
          </p:cNvPr>
          <p:cNvSpPr>
            <a:spLocks noGrp="1"/>
          </p:cNvSpPr>
          <p:nvPr>
            <p:ph type="sldNum" sz="quarter" idx="12"/>
          </p:nvPr>
        </p:nvSpPr>
        <p:spPr/>
        <p:txBody>
          <a:bodyPr/>
          <a:lstStyle/>
          <a:p>
            <a:fld id="{7A7A97EF-C944-4447-B862-B593E9B4A0FF}" type="slidenum">
              <a:rPr lang="en-US" smtClean="0"/>
              <a:t>7</a:t>
            </a:fld>
            <a:endParaRPr lang="en-US" dirty="0"/>
          </a:p>
        </p:txBody>
      </p:sp>
      <p:sp>
        <p:nvSpPr>
          <p:cNvPr id="3" name="Footer Placeholder 2">
            <a:extLst>
              <a:ext uri="{FF2B5EF4-FFF2-40B4-BE49-F238E27FC236}">
                <a16:creationId xmlns:a16="http://schemas.microsoft.com/office/drawing/2014/main" id="{7C467202-9843-04F8-AA31-5355E90B3A31}"/>
              </a:ext>
            </a:extLst>
          </p:cNvPr>
          <p:cNvSpPr>
            <a:spLocks noGrp="1"/>
          </p:cNvSpPr>
          <p:nvPr>
            <p:ph type="ftr" sz="quarter" idx="4294967295"/>
          </p:nvPr>
        </p:nvSpPr>
        <p:spPr/>
        <p:txBody>
          <a:bodyPr/>
          <a:lstStyle/>
          <a:p>
            <a:pPr defTabSz="914126" rtl="0">
              <a:spcBef>
                <a:spcPts val="0"/>
              </a:spcBef>
            </a:pPr>
            <a:r>
              <a:rPr lang="en-US" sz="800">
                <a:ea typeface="Inter" panose="02000503000000020004" pitchFamily="2" charset="0"/>
              </a:rPr>
              <a:t>© 2026 GE Vernova and/or its affiliates. All rights reserved.</a:t>
            </a:r>
            <a:endParaRPr lang="en-US" sz="800" kern="1200" dirty="0"/>
          </a:p>
        </p:txBody>
      </p:sp>
      <p:sp>
        <p:nvSpPr>
          <p:cNvPr id="6" name="TextBox 5">
            <a:extLst>
              <a:ext uri="{FF2B5EF4-FFF2-40B4-BE49-F238E27FC236}">
                <a16:creationId xmlns:a16="http://schemas.microsoft.com/office/drawing/2014/main" id="{0E645C26-51D8-6315-A1DA-2635AD8F93BA}"/>
              </a:ext>
            </a:extLst>
          </p:cNvPr>
          <p:cNvSpPr txBox="1"/>
          <p:nvPr/>
        </p:nvSpPr>
        <p:spPr>
          <a:xfrm>
            <a:off x="1148745" y="890359"/>
            <a:ext cx="4215374" cy="256908"/>
          </a:xfrm>
          <a:prstGeom prst="rect">
            <a:avLst/>
          </a:prstGeom>
          <a:noFill/>
        </p:spPr>
        <p:txBody>
          <a:bodyPr wrap="square" lIns="0" tIns="0" rIns="0" bIns="0" rtlCol="0">
            <a:noAutofit/>
          </a:bodyPr>
          <a:lstStyle/>
          <a:p>
            <a:pPr algn="ctr">
              <a:spcAft>
                <a:spcPts val="600"/>
              </a:spcAft>
            </a:pPr>
            <a:r>
              <a:rPr lang="en-US" dirty="0"/>
              <a:t>Plot for All the Configurations</a:t>
            </a:r>
          </a:p>
        </p:txBody>
      </p:sp>
      <p:pic>
        <p:nvPicPr>
          <p:cNvPr id="8" name="Picture 7">
            <a:extLst>
              <a:ext uri="{FF2B5EF4-FFF2-40B4-BE49-F238E27FC236}">
                <a16:creationId xmlns:a16="http://schemas.microsoft.com/office/drawing/2014/main" id="{5251AD32-5981-7289-4416-2A710FEDC746}"/>
              </a:ext>
            </a:extLst>
          </p:cNvPr>
          <p:cNvPicPr>
            <a:picLocks noChangeAspect="1"/>
          </p:cNvPicPr>
          <p:nvPr/>
        </p:nvPicPr>
        <p:blipFill>
          <a:blip r:embed="rId2"/>
          <a:stretch>
            <a:fillRect/>
          </a:stretch>
        </p:blipFill>
        <p:spPr>
          <a:xfrm>
            <a:off x="1087031" y="1264023"/>
            <a:ext cx="4338803" cy="5131626"/>
          </a:xfrm>
          <a:prstGeom prst="rect">
            <a:avLst/>
          </a:prstGeom>
        </p:spPr>
      </p:pic>
      <p:pic>
        <p:nvPicPr>
          <p:cNvPr id="12" name="Picture 11">
            <a:extLst>
              <a:ext uri="{FF2B5EF4-FFF2-40B4-BE49-F238E27FC236}">
                <a16:creationId xmlns:a16="http://schemas.microsoft.com/office/drawing/2014/main" id="{0F9B54E2-B2C6-10F9-A314-582A1E628A86}"/>
              </a:ext>
            </a:extLst>
          </p:cNvPr>
          <p:cNvPicPr>
            <a:picLocks noChangeAspect="1"/>
          </p:cNvPicPr>
          <p:nvPr/>
        </p:nvPicPr>
        <p:blipFill>
          <a:blip r:embed="rId3"/>
          <a:stretch>
            <a:fillRect/>
          </a:stretch>
        </p:blipFill>
        <p:spPr>
          <a:xfrm>
            <a:off x="6766168" y="1269044"/>
            <a:ext cx="4416763" cy="5223831"/>
          </a:xfrm>
          <a:prstGeom prst="rect">
            <a:avLst/>
          </a:prstGeom>
        </p:spPr>
      </p:pic>
      <p:sp>
        <p:nvSpPr>
          <p:cNvPr id="13" name="TextBox 12">
            <a:extLst>
              <a:ext uri="{FF2B5EF4-FFF2-40B4-BE49-F238E27FC236}">
                <a16:creationId xmlns:a16="http://schemas.microsoft.com/office/drawing/2014/main" id="{09DB0C1F-0B64-3677-13F6-5BFC4837CCAD}"/>
              </a:ext>
            </a:extLst>
          </p:cNvPr>
          <p:cNvSpPr txBox="1"/>
          <p:nvPr/>
        </p:nvSpPr>
        <p:spPr>
          <a:xfrm>
            <a:off x="6338050" y="905372"/>
            <a:ext cx="5163670" cy="256908"/>
          </a:xfrm>
          <a:prstGeom prst="rect">
            <a:avLst/>
          </a:prstGeom>
          <a:noFill/>
        </p:spPr>
        <p:txBody>
          <a:bodyPr wrap="square" lIns="0" tIns="0" rIns="0" bIns="0" rtlCol="0">
            <a:noAutofit/>
          </a:bodyPr>
          <a:lstStyle/>
          <a:p>
            <a:pPr algn="ctr">
              <a:spcAft>
                <a:spcPts val="600"/>
              </a:spcAft>
            </a:pPr>
            <a:r>
              <a:rPr lang="en-US" dirty="0"/>
              <a:t>Plot for 100% Load Compliance Configurations</a:t>
            </a:r>
          </a:p>
        </p:txBody>
      </p:sp>
    </p:spTree>
    <p:extLst>
      <p:ext uri="{BB962C8B-B14F-4D97-AF65-F5344CB8AC3E}">
        <p14:creationId xmlns:p14="http://schemas.microsoft.com/office/powerpoint/2010/main" val="31412263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DDC58A-85EA-2C4E-A284-9B7340CA7ECF}"/>
              </a:ext>
            </a:extLst>
          </p:cNvPr>
          <p:cNvSpPr>
            <a:spLocks noGrp="1"/>
          </p:cNvSpPr>
          <p:nvPr>
            <p:ph type="title"/>
          </p:nvPr>
        </p:nvSpPr>
        <p:spPr>
          <a:xfrm>
            <a:off x="419100" y="311525"/>
            <a:ext cx="10078571" cy="457020"/>
          </a:xfrm>
        </p:spPr>
        <p:txBody>
          <a:bodyPr/>
          <a:lstStyle/>
          <a:p>
            <a:r>
              <a:rPr lang="en-US" dirty="0">
                <a:solidFill>
                  <a:srgbClr val="035759"/>
                </a:solidFill>
              </a:rPr>
              <a:t>Renewable Only Configuration with 100% Load Compliance</a:t>
            </a:r>
            <a:endParaRPr lang="en-US" dirty="0"/>
          </a:p>
        </p:txBody>
      </p:sp>
      <p:sp>
        <p:nvSpPr>
          <p:cNvPr id="3" name="Footer Placeholder 2">
            <a:extLst>
              <a:ext uri="{FF2B5EF4-FFF2-40B4-BE49-F238E27FC236}">
                <a16:creationId xmlns:a16="http://schemas.microsoft.com/office/drawing/2014/main" id="{6D674D20-27A5-3047-A29B-AE3848DEE9B3}"/>
              </a:ext>
            </a:extLst>
          </p:cNvPr>
          <p:cNvSpPr>
            <a:spLocks noGrp="1"/>
          </p:cNvSpPr>
          <p:nvPr>
            <p:ph type="ftr" sz="quarter" idx="11"/>
          </p:nvPr>
        </p:nvSpPr>
        <p:spPr>
          <a:xfrm>
            <a:off x="419100" y="6492875"/>
            <a:ext cx="10248900" cy="244653"/>
          </a:xfrm>
          <a:prstGeom prst="rect">
            <a:avLst/>
          </a:prstGeom>
        </p:spPr>
        <p:txBody>
          <a:bodyPr vert="horz" lIns="0" tIns="0" rIns="0" bIns="0" rtlCol="0" anchor="t" anchorCtr="0"/>
          <a:lstStyle>
            <a:defPPr>
              <a:defRPr lang="en-US"/>
            </a:defPPr>
            <a:lvl1pPr marL="0" algn="l" defTabSz="914400" rtl="0" eaLnBrk="1" latinLnBrk="0" hangingPunct="1">
              <a:defRPr sz="800" kern="1200">
                <a:solidFill>
                  <a:srgbClr val="212121"/>
                </a:solidFill>
                <a:latin typeface="Inter" panose="02000503000000020004"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 2023 GE Vernova and/or its affiliates. All rights reserved.</a:t>
            </a:r>
          </a:p>
        </p:txBody>
      </p:sp>
      <p:sp>
        <p:nvSpPr>
          <p:cNvPr id="7" name="Slide Number Placeholder 6">
            <a:extLst>
              <a:ext uri="{FF2B5EF4-FFF2-40B4-BE49-F238E27FC236}">
                <a16:creationId xmlns:a16="http://schemas.microsoft.com/office/drawing/2014/main" id="{50514A31-B8CC-C094-1EC6-0BE799E3A81E}"/>
              </a:ext>
            </a:extLst>
          </p:cNvPr>
          <p:cNvSpPr>
            <a:spLocks noGrp="1"/>
          </p:cNvSpPr>
          <p:nvPr>
            <p:ph type="sldNum" sz="quarter" idx="12"/>
          </p:nvPr>
        </p:nvSpPr>
        <p:spPr/>
        <p:txBody>
          <a:bodyPr/>
          <a:lstStyle/>
          <a:p>
            <a:fld id="{7A7A97EF-C944-4447-B862-B593E9B4A0FF}" type="slidenum">
              <a:rPr lang="en-US" smtClean="0"/>
              <a:t>8</a:t>
            </a:fld>
            <a:endParaRPr lang="en-US" dirty="0"/>
          </a:p>
        </p:txBody>
      </p:sp>
      <p:sp>
        <p:nvSpPr>
          <p:cNvPr id="5" name="Content Placeholder 4">
            <a:extLst>
              <a:ext uri="{FF2B5EF4-FFF2-40B4-BE49-F238E27FC236}">
                <a16:creationId xmlns:a16="http://schemas.microsoft.com/office/drawing/2014/main" id="{C317AF21-67D5-ACF8-98CB-0F07B5AB7AB9}"/>
              </a:ext>
            </a:extLst>
          </p:cNvPr>
          <p:cNvSpPr txBox="1">
            <a:spLocks/>
          </p:cNvSpPr>
          <p:nvPr/>
        </p:nvSpPr>
        <p:spPr>
          <a:xfrm>
            <a:off x="347382" y="876121"/>
            <a:ext cx="10284759" cy="4628208"/>
          </a:xfrm>
          <a:prstGeom prst="rect">
            <a:avLst/>
          </a:prstGeom>
        </p:spPr>
        <p:txBody>
          <a:bodyPr/>
          <a:lstStyle>
            <a:lvl1pPr marL="0" indent="0" algn="l" defTabSz="914400" rtl="0" eaLnBrk="1" latinLnBrk="0" hangingPunct="1">
              <a:lnSpc>
                <a:spcPct val="100000"/>
              </a:lnSpc>
              <a:spcBef>
                <a:spcPts val="0"/>
              </a:spcBef>
              <a:spcAft>
                <a:spcPts val="800"/>
              </a:spcAft>
              <a:buClr>
                <a:schemeClr val="tx1"/>
              </a:buClr>
              <a:buFont typeface="Arial" panose="020B0604020202020204" pitchFamily="34" charset="0"/>
              <a:buNone/>
              <a:defRPr sz="1600" kern="1200">
                <a:solidFill>
                  <a:srgbClr val="212121"/>
                </a:solidFill>
                <a:latin typeface="Inter" panose="02000503000000020004" pitchFamily="2" charset="0"/>
                <a:ea typeface="+mn-ea"/>
                <a:cs typeface="+mn-cs"/>
              </a:defRPr>
            </a:lvl1pPr>
            <a:lvl2pPr marL="171450" indent="-17145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kern="1200">
                <a:solidFill>
                  <a:srgbClr val="212121"/>
                </a:solidFill>
                <a:latin typeface="Inter" panose="02000503000000020004" pitchFamily="2" charset="0"/>
                <a:ea typeface="+mn-ea"/>
                <a:cs typeface="+mn-cs"/>
              </a:defRPr>
            </a:lvl2pPr>
            <a:lvl3pPr marL="365760" indent="-182880" algn="l" defTabSz="914400" rtl="0" eaLnBrk="1" latinLnBrk="0" hangingPunct="1">
              <a:lnSpc>
                <a:spcPct val="100000"/>
              </a:lnSpc>
              <a:spcBef>
                <a:spcPts val="0"/>
              </a:spcBef>
              <a:spcAft>
                <a:spcPts val="600"/>
              </a:spcAft>
              <a:buClr>
                <a:schemeClr val="tx2"/>
              </a:buClr>
              <a:buFont typeface="Arial"/>
              <a:buChar char="–"/>
              <a:defRPr sz="1600" kern="1200">
                <a:solidFill>
                  <a:srgbClr val="212121"/>
                </a:solidFill>
                <a:latin typeface="Inter" panose="02000503000000020004" pitchFamily="2" charset="0"/>
                <a:ea typeface="+mn-ea"/>
                <a:cs typeface="+mn-cs"/>
              </a:defRPr>
            </a:lvl3pPr>
            <a:lvl4pPr marL="548640" indent="-182880" algn="l" defTabSz="914400" rtl="0" eaLnBrk="1" latinLnBrk="0" hangingPunct="1">
              <a:lnSpc>
                <a:spcPct val="100000"/>
              </a:lnSpc>
              <a:spcBef>
                <a:spcPts val="0"/>
              </a:spcBef>
              <a:spcAft>
                <a:spcPts val="600"/>
              </a:spcAft>
              <a:buClr>
                <a:schemeClr val="tx2"/>
              </a:buClr>
              <a:buFont typeface="Arial"/>
              <a:buChar char="–"/>
              <a:defRPr sz="1600" kern="1200">
                <a:solidFill>
                  <a:srgbClr val="212121"/>
                </a:solidFill>
                <a:latin typeface="Inter" panose="02000503000000020004" pitchFamily="2" charset="0"/>
                <a:ea typeface="+mn-ea"/>
                <a:cs typeface="+mn-cs"/>
              </a:defRPr>
            </a:lvl4pPr>
            <a:lvl5pPr marL="731520" indent="-182880" algn="l" defTabSz="914400" rtl="0" eaLnBrk="1" latinLnBrk="0" hangingPunct="1">
              <a:lnSpc>
                <a:spcPct val="100000"/>
              </a:lnSpc>
              <a:spcBef>
                <a:spcPts val="0"/>
              </a:spcBef>
              <a:spcAft>
                <a:spcPts val="600"/>
              </a:spcAft>
              <a:buClr>
                <a:schemeClr val="tx2"/>
              </a:buClr>
              <a:buFont typeface="Arial"/>
              <a:buChar char="–"/>
              <a:defRPr sz="1600" kern="1200">
                <a:solidFill>
                  <a:srgbClr val="212121"/>
                </a:solidFill>
                <a:latin typeface="Inter" panose="02000503000000020004" pitchFamily="2" charset="0"/>
                <a:ea typeface="+mn-ea"/>
                <a:cs typeface="+mn-cs"/>
              </a:defRPr>
            </a:lvl5pPr>
            <a:lvl6pPr marL="0" indent="0" algn="l" defTabSz="914400" rtl="0" eaLnBrk="1" latinLnBrk="0" hangingPunct="1">
              <a:lnSpc>
                <a:spcPct val="100000"/>
              </a:lnSpc>
              <a:spcBef>
                <a:spcPts val="0"/>
              </a:spcBef>
              <a:spcAft>
                <a:spcPts val="400"/>
              </a:spcAft>
              <a:buClr>
                <a:schemeClr val="tx1"/>
              </a:buClr>
              <a:buFont typeface="Arial" panose="020B0604020202020204" pitchFamily="34" charset="0"/>
              <a:buNone/>
              <a:tabLst/>
              <a:defRPr sz="1400" kern="1200">
                <a:solidFill>
                  <a:schemeClr val="tx1"/>
                </a:solidFill>
                <a:latin typeface="+mn-lt"/>
                <a:ea typeface="+mn-ea"/>
                <a:cs typeface="+mn-cs"/>
              </a:defRPr>
            </a:lvl6pPr>
            <a:lvl7pPr marL="0" indent="-182880" algn="l" defTabSz="914400" rtl="0" eaLnBrk="1" latinLnBrk="0" hangingPunct="1">
              <a:lnSpc>
                <a:spcPct val="100000"/>
              </a:lnSpc>
              <a:spcBef>
                <a:spcPts val="0"/>
              </a:spcBef>
              <a:spcAft>
                <a:spcPts val="400"/>
              </a:spcAft>
              <a:buClr>
                <a:schemeClr val="tx1"/>
              </a:buClr>
              <a:buFont typeface="Arial"/>
              <a:buChar char="–"/>
              <a:defRPr sz="1400" kern="1200">
                <a:solidFill>
                  <a:schemeClr val="tx1"/>
                </a:solidFill>
                <a:latin typeface="+mn-lt"/>
                <a:ea typeface="+mn-ea"/>
                <a:cs typeface="+mn-cs"/>
              </a:defRPr>
            </a:lvl7pPr>
            <a:lvl8pPr marL="365760" indent="-182880" algn="l" defTabSz="914400" rtl="0" eaLnBrk="1" latinLnBrk="0" hangingPunct="1">
              <a:lnSpc>
                <a:spcPct val="100000"/>
              </a:lnSpc>
              <a:spcBef>
                <a:spcPts val="0"/>
              </a:spcBef>
              <a:spcAft>
                <a:spcPts val="400"/>
              </a:spcAft>
              <a:buClr>
                <a:schemeClr val="tx1"/>
              </a:buClr>
              <a:buFont typeface="Arial"/>
              <a:buChar char="–"/>
              <a:defRPr sz="1400" kern="1200">
                <a:solidFill>
                  <a:schemeClr val="tx1"/>
                </a:solidFill>
                <a:latin typeface="+mn-lt"/>
                <a:ea typeface="+mn-ea"/>
                <a:cs typeface="+mn-cs"/>
              </a:defRPr>
            </a:lvl8pPr>
            <a:lvl9pPr marL="0" indent="0" algn="l" defTabSz="914400" rtl="0" eaLnBrk="1" latinLnBrk="0" hangingPunct="1">
              <a:lnSpc>
                <a:spcPct val="100000"/>
              </a:lnSpc>
              <a:spcBef>
                <a:spcPts val="0"/>
              </a:spcBef>
              <a:spcAft>
                <a:spcPts val="200"/>
              </a:spcAft>
              <a:buFont typeface="Arial" panose="020B0604020202020204" pitchFamily="34" charset="0"/>
              <a:buNone/>
              <a:tabLst/>
              <a:defRPr sz="1100" i="1" kern="1200">
                <a:solidFill>
                  <a:schemeClr val="tx1"/>
                </a:solidFill>
                <a:latin typeface="+mn-lt"/>
                <a:ea typeface="+mn-ea"/>
                <a:cs typeface="+mn-cs"/>
              </a:defRPr>
            </a:lvl9pPr>
          </a:lstStyle>
          <a:p>
            <a:pPr marL="534924" lvl="1" indent="-342900"/>
            <a:r>
              <a:rPr lang="en-US" dirty="0">
                <a:solidFill>
                  <a:schemeClr val="tx1"/>
                </a:solidFill>
                <a:latin typeface="Inter" panose="020B0502030000000004" pitchFamily="34" charset="0"/>
              </a:rPr>
              <a:t>Amount all the 4139 configurations analyzed, 258 renewable only configurations (on GT) has load compliance of 100%. </a:t>
            </a:r>
          </a:p>
          <a:p>
            <a:pPr marL="534924" lvl="1" indent="-342900"/>
            <a:r>
              <a:rPr lang="en-US" dirty="0">
                <a:solidFill>
                  <a:schemeClr val="tx1"/>
                </a:solidFill>
                <a:latin typeface="Inter" panose="020B0502030000000004" pitchFamily="34" charset="0"/>
              </a:rPr>
              <a:t>Of those 258 renewable only configurations with 100% load compliance, the lowest LCOE is at $144.3/MWh. </a:t>
            </a:r>
          </a:p>
          <a:p>
            <a:pPr marL="534924" lvl="1" indent="-342900"/>
            <a:r>
              <a:rPr lang="en-US" dirty="0">
                <a:solidFill>
                  <a:schemeClr val="tx1"/>
                </a:solidFill>
                <a:latin typeface="Inter" panose="020B0502030000000004" pitchFamily="34" charset="0"/>
              </a:rPr>
              <a:t>The lowest LCOE Renewable Only configuration with 100% load compliance has:</a:t>
            </a:r>
          </a:p>
          <a:p>
            <a:pPr marL="729234" lvl="2" indent="-342900"/>
            <a:r>
              <a:rPr lang="en-US" dirty="0">
                <a:solidFill>
                  <a:schemeClr val="tx1"/>
                </a:solidFill>
                <a:latin typeface="Inter" panose="020B0502030000000004" pitchFamily="34" charset="0"/>
              </a:rPr>
              <a:t>618MW</a:t>
            </a:r>
            <a:r>
              <a:rPr lang="en-US" baseline="-25000" dirty="0">
                <a:solidFill>
                  <a:schemeClr val="tx1"/>
                </a:solidFill>
                <a:latin typeface="Inter" panose="020B0502030000000004" pitchFamily="34" charset="0"/>
              </a:rPr>
              <a:t>ac</a:t>
            </a:r>
            <a:r>
              <a:rPr lang="en-US" dirty="0">
                <a:solidFill>
                  <a:schemeClr val="tx1"/>
                </a:solidFill>
                <a:latin typeface="Inter" panose="020B0502030000000004" pitchFamily="34" charset="0"/>
              </a:rPr>
              <a:t> Solar</a:t>
            </a:r>
          </a:p>
          <a:p>
            <a:pPr marL="729234" lvl="2" indent="-342900"/>
            <a:r>
              <a:rPr lang="en-US" dirty="0">
                <a:solidFill>
                  <a:schemeClr val="tx1"/>
                </a:solidFill>
                <a:latin typeface="Inter" panose="020B0502030000000004" pitchFamily="34" charset="0"/>
              </a:rPr>
              <a:t>452.2MW Wind</a:t>
            </a:r>
          </a:p>
          <a:p>
            <a:pPr marL="729234" lvl="2" indent="-342900"/>
            <a:r>
              <a:rPr lang="en-US" dirty="0">
                <a:solidFill>
                  <a:schemeClr val="tx1"/>
                </a:solidFill>
                <a:highlight>
                  <a:srgbClr val="FFFF00"/>
                </a:highlight>
                <a:latin typeface="Inter" panose="020B0502030000000004" pitchFamily="34" charset="0"/>
              </a:rPr>
              <a:t>1000MW 4000MWh </a:t>
            </a:r>
            <a:r>
              <a:rPr lang="en-US" dirty="0">
                <a:solidFill>
                  <a:schemeClr val="tx1"/>
                </a:solidFill>
                <a:latin typeface="Inter" panose="020B0502030000000004" pitchFamily="34" charset="0"/>
              </a:rPr>
              <a:t>BESS </a:t>
            </a:r>
          </a:p>
          <a:p>
            <a:pPr marL="534924" lvl="1" indent="-342900"/>
            <a:r>
              <a:rPr lang="en-US" dirty="0">
                <a:solidFill>
                  <a:schemeClr val="tx1"/>
                </a:solidFill>
                <a:latin typeface="Inter" panose="020B0502030000000004" pitchFamily="34" charset="0"/>
              </a:rPr>
              <a:t>Please note that the analysis does not consider equipment availability/reliability and is based on only 1 year hourly Wind Resource data and on Typical Meteorological Year hourly Solar Resource data (P50).  </a:t>
            </a:r>
          </a:p>
        </p:txBody>
      </p:sp>
    </p:spTree>
    <p:extLst>
      <p:ext uri="{BB962C8B-B14F-4D97-AF65-F5344CB8AC3E}">
        <p14:creationId xmlns:p14="http://schemas.microsoft.com/office/powerpoint/2010/main" val="322625601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GEVCATEGORY" val="Title"/>
  <p:tag name="GEVCONTENTTYPE" val="title"/>
  <p:tag name="GEVPURPOSE" val="Opening / cover slide."/>
  <p:tag name="GEVDENSITY" val="One headline + short subtitle. Keep title &lt;= 8 words."/>
  <p:tag name="GEVPROMPTREADY" val="false"/>
</p:tagLst>
</file>

<file path=ppt/tags/tag2.xml><?xml version="1.0" encoding="utf-8"?>
<p:tagLst xmlns:a="http://schemas.openxmlformats.org/drawingml/2006/main" xmlns:r="http://schemas.openxmlformats.org/officeDocument/2006/relationships" xmlns:p="http://schemas.openxmlformats.org/presentationml/2006/main">
  <p:tag name="GEVCATEGORY" val="Title"/>
  <p:tag name="GEVCONTENTTYPE" val="title"/>
  <p:tag name="GEVPURPOSE" val="Opening / cover slide."/>
  <p:tag name="GEVDENSITY" val="One headline + short subtitle. Keep title &lt;= 8 words."/>
  <p:tag name="GEVPROMPTREADY" val="false"/>
</p:tagLst>
</file>

<file path=ppt/tags/tag3.xml><?xml version="1.0" encoding="utf-8"?>
<p:tagLst xmlns:a="http://schemas.openxmlformats.org/drawingml/2006/main" xmlns:r="http://schemas.openxmlformats.org/officeDocument/2006/relationships" xmlns:p="http://schemas.openxmlformats.org/presentationml/2006/main">
  <p:tag name="GEVCATEGORY" val="Title"/>
  <p:tag name="GEVCONTENTTYPE" val="title"/>
  <p:tag name="GEVPURPOSE" val="Opening / cover slide."/>
  <p:tag name="GEVDENSITY" val="One headline + short subtitle. Keep title &lt;= 8 words."/>
  <p:tag name="GEVPROMPTREADY" val="false"/>
</p:tagLst>
</file>

<file path=ppt/tags/tag4.xml><?xml version="1.0" encoding="utf-8"?>
<p:tagLst xmlns:a="http://schemas.openxmlformats.org/drawingml/2006/main" xmlns:r="http://schemas.openxmlformats.org/officeDocument/2006/relationships" xmlns:p="http://schemas.openxmlformats.org/presentationml/2006/main">
  <p:tag name="GEVCATEGORY" val="Title"/>
  <p:tag name="GEVCONTENTTYPE" val="title"/>
  <p:tag name="GEVPURPOSE" val="Opening / cover slide."/>
  <p:tag name="GEVDENSITY" val="One headline + short subtitle. Keep title &lt;= 8 words."/>
  <p:tag name="GEVPROMPTREADY" val="false"/>
</p:tagLst>
</file>

<file path=ppt/tags/tag5.xml><?xml version="1.0" encoding="utf-8"?>
<p:tagLst xmlns:a="http://schemas.openxmlformats.org/drawingml/2006/main" xmlns:r="http://schemas.openxmlformats.org/officeDocument/2006/relationships" xmlns:p="http://schemas.openxmlformats.org/presentationml/2006/main">
  <p:tag name="GEVCATEGORY" val="Utility"/>
  <p:tag name="GEVCONTENTTYPE" val="blank"/>
  <p:tag name="GEVPURPOSE" val="Free-form slide."/>
  <p:tag name="GEVDENSITY" val="No placeholders. Build custom content."/>
  <p:tag name="GEVPROMPTREADY" val="false"/>
</p:tagLst>
</file>

<file path=ppt/tags/tag6.xml><?xml version="1.0" encoding="utf-8"?>
<p:tagLst xmlns:a="http://schemas.openxmlformats.org/drawingml/2006/main" xmlns:r="http://schemas.openxmlformats.org/officeDocument/2006/relationships" xmlns:p="http://schemas.openxmlformats.org/presentationml/2006/main">
  <p:tag name="GEVCATEGORY" val="Section"/>
  <p:tag name="GEVCONTENTTYPE" val="section"/>
  <p:tag name="GEVPURPOSE" val="Section break / heading."/>
  <p:tag name="GEVDENSITY" val="Heading only. Use to signal a new section."/>
  <p:tag name="GEVPROMPTREADY" val="false"/>
</p:tagLst>
</file>

<file path=ppt/tags/tag7.xml><?xml version="1.0" encoding="utf-8"?>
<p:tagLst xmlns:a="http://schemas.openxmlformats.org/drawingml/2006/main" xmlns:r="http://schemas.openxmlformats.org/officeDocument/2006/relationships" xmlns:p="http://schemas.openxmlformats.org/presentationml/2006/main">
  <p:tag name="GEVCATEGORY" val="Content"/>
  <p:tag name="GEVCONTENTTYPE" val="bullets"/>
  <p:tag name="GEVPURPOSE" val="Single-column bullet list."/>
  <p:tag name="GEVDENSITY" val="Max 5 bullets, &lt;= 12 words each. One idea per slide."/>
  <p:tag name="GEVPROMPTREADY" val="false"/>
</p:tagLst>
</file>

<file path=ppt/tags/tag8.xml><?xml version="1.0" encoding="utf-8"?>
<p:tagLst xmlns:a="http://schemas.openxmlformats.org/drawingml/2006/main" xmlns:r="http://schemas.openxmlformats.org/officeDocument/2006/relationships" xmlns:p="http://schemas.openxmlformats.org/presentationml/2006/main">
  <p:tag name="GEVCATEGORY" val="Content"/>
  <p:tag name="GEVCONTENTTYPE" val="bullets-sub"/>
  <p:tag name="GEVPURPOSE" val="Bullet list with a subtitle."/>
  <p:tag name="GEVDENSITY" val="Subtitle &lt;= 12 words. Body: max 5 bullets, &lt;= 12 words each."/>
  <p:tag name="GEVPROMPTREADY" val="false"/>
</p:tagLst>
</file>

<file path=ppt/tags/tag9.xml><?xml version="1.0" encoding="utf-8"?>
<p:tagLst xmlns:a="http://schemas.openxmlformats.org/drawingml/2006/main" xmlns:r="http://schemas.openxmlformats.org/officeDocument/2006/relationships" xmlns:p="http://schemas.openxmlformats.org/presentationml/2006/main">
  <p:tag name="GEVCATEGORY" val="Content"/>
  <p:tag name="GEVCONTENTTYPE" val="two-col"/>
  <p:tag name="GEVPURPOSE" val="Two parallel groups or compare / contrast."/>
  <p:tag name="GEVDENSITY" val="Max 4 bullets per column, &lt;= 10 words each."/>
  <p:tag name="GEVPROMPTREADY" val="false"/>
</p:tagLst>
</file>

<file path=ppt/tags/tag10.xml><?xml version="1.0" encoding="utf-8"?>
<p:tagLst xmlns:a="http://schemas.openxmlformats.org/drawingml/2006/main" xmlns:r="http://schemas.openxmlformats.org/officeDocument/2006/relationships" xmlns:p="http://schemas.openxmlformats.org/presentationml/2006/main">
  <p:tag name="GEVCATEGORY" val="Content"/>
  <p:tag name="GEVCONTENTTYPE" val="two-col-sub"/>
  <p:tag name="GEVPURPOSE" val="Two columns with subtitle."/>
  <p:tag name="GEVDENSITY" val="Subtitle &lt;= 12 words. Max 4 bullets per column."/>
  <p:tag name="GEVPROMPTREADY" val="false"/>
</p:tagLst>
</file>

<file path=ppt/tags/tag11.xml><?xml version="1.0" encoding="utf-8"?>
<p:tagLst xmlns:a="http://schemas.openxmlformats.org/drawingml/2006/main" xmlns:r="http://schemas.openxmlformats.org/officeDocument/2006/relationships" xmlns:p="http://schemas.openxmlformats.org/presentationml/2006/main">
  <p:tag name="GEVCATEGORY" val="Content"/>
  <p:tag name="GEVCONTENTTYPE" val="two-col-asym"/>
  <p:tag name="GEVPURPOSE" val="Lead column + supporting column."/>
  <p:tag name="GEVDENSITY" val="Lead idea left, support right. Max 4 bullets each."/>
  <p:tag name="GEVPROMPTREADY" val="false"/>
</p:tagLst>
</file>

<file path=ppt/tags/tag12.xml><?xml version="1.0" encoding="utf-8"?>
<p:tagLst xmlns:a="http://schemas.openxmlformats.org/drawingml/2006/main" xmlns:r="http://schemas.openxmlformats.org/officeDocument/2006/relationships" xmlns:p="http://schemas.openxmlformats.org/presentationml/2006/main">
  <p:tag name="GEVCATEGORY" val="Content"/>
  <p:tag name="GEVCONTENTTYPE" val="two-col-asym"/>
  <p:tag name="GEVPURPOSE" val="Lead column + supporting column."/>
  <p:tag name="GEVDENSITY" val="Lead idea left, support right. Max 4 bullets each."/>
  <p:tag name="GEVPROMPTREADY" val="false"/>
</p:tagLst>
</file>

<file path=ppt/tags/tag13.xml><?xml version="1.0" encoding="utf-8"?>
<p:tagLst xmlns:a="http://schemas.openxmlformats.org/drawingml/2006/main" xmlns:r="http://schemas.openxmlformats.org/officeDocument/2006/relationships" xmlns:p="http://schemas.openxmlformats.org/presentationml/2006/main">
  <p:tag name="GEVCATEGORY" val="Content"/>
  <p:tag name="GEVCONTENTTYPE" val="two-col-asym"/>
  <p:tag name="GEVPURPOSE" val="Lead column + supporting column."/>
  <p:tag name="GEVDENSITY" val="Lead idea left, support right. Max 4 bullets each."/>
  <p:tag name="GEVPROMPTREADY" val="false"/>
</p:tagLst>
</file>

<file path=ppt/tags/tag14.xml><?xml version="1.0" encoding="utf-8"?>
<p:tagLst xmlns:a="http://schemas.openxmlformats.org/drawingml/2006/main" xmlns:r="http://schemas.openxmlformats.org/officeDocument/2006/relationships" xmlns:p="http://schemas.openxmlformats.org/presentationml/2006/main">
  <p:tag name="GEVCATEGORY" val="Content"/>
  <p:tag name="GEVCONTENTTYPE" val="two-col-asym"/>
  <p:tag name="GEVPURPOSE" val="Lead column + supporting column."/>
  <p:tag name="GEVDENSITY" val="Lead idea left, support right. Max 4 bullets each."/>
  <p:tag name="GEVPROMPTREADY" val="false"/>
</p:tagLst>
</file>

<file path=ppt/tags/tag15.xml><?xml version="1.0" encoding="utf-8"?>
<p:tagLst xmlns:a="http://schemas.openxmlformats.org/drawingml/2006/main" xmlns:r="http://schemas.openxmlformats.org/officeDocument/2006/relationships" xmlns:p="http://schemas.openxmlformats.org/presentationml/2006/main">
  <p:tag name="GEVCATEGORY" val="Content"/>
  <p:tag name="GEVCONTENTTYPE" val="three-col"/>
  <p:tag name="GEVPURPOSE" val="Three parallel items or steps."/>
  <p:tag name="GEVDENSITY" val="&lt;= 3 bullets per column. Headers &lt;= 4 words."/>
  <p:tag name="GEVPROMPTREADY" val="false"/>
</p:tagLst>
</file>

<file path=ppt/tags/tag16.xml><?xml version="1.0" encoding="utf-8"?>
<p:tagLst xmlns:a="http://schemas.openxmlformats.org/drawingml/2006/main" xmlns:r="http://schemas.openxmlformats.org/officeDocument/2006/relationships" xmlns:p="http://schemas.openxmlformats.org/presentationml/2006/main">
  <p:tag name="GEVCATEGORY" val="Content"/>
  <p:tag name="GEVCONTENTTYPE" val="three-col"/>
  <p:tag name="GEVPURPOSE" val="Three parallel items or steps."/>
  <p:tag name="GEVDENSITY" val="&lt;= 3 bullets per column. Headers &lt;= 4 words."/>
  <p:tag name="GEVPROMPTREADY" val="false"/>
</p:tagLst>
</file>

<file path=ppt/tags/tag17.xml><?xml version="1.0" encoding="utf-8"?>
<p:tagLst xmlns:a="http://schemas.openxmlformats.org/drawingml/2006/main" xmlns:r="http://schemas.openxmlformats.org/officeDocument/2006/relationships" xmlns:p="http://schemas.openxmlformats.org/presentationml/2006/main">
  <p:tag name="GEVCATEGORY" val="Content"/>
  <p:tag name="GEVCONTENTTYPE" val="four-col"/>
  <p:tag name="GEVPURPOSE" val="Four parallel items."/>
  <p:tag name="GEVDENSITY" val="Short header + 1-2 lines per column. No paragraphs."/>
  <p:tag name="GEVPROMPTREADY" val="false"/>
</p:tagLst>
</file>

<file path=ppt/tags/tag18.xml><?xml version="1.0" encoding="utf-8"?>
<p:tagLst xmlns:a="http://schemas.openxmlformats.org/drawingml/2006/main" xmlns:r="http://schemas.openxmlformats.org/officeDocument/2006/relationships" xmlns:p="http://schemas.openxmlformats.org/presentationml/2006/main">
  <p:tag name="GEVCATEGORY" val="Content"/>
  <p:tag name="GEVCONTENTTYPE" val="four-col"/>
  <p:tag name="GEVPURPOSE" val="Four parallel items."/>
  <p:tag name="GEVDENSITY" val="Short header + 1-2 lines per column. No paragraphs."/>
  <p:tag name="GEVPROMPTREADY" val="false"/>
</p:tagLst>
</file>

<file path=ppt/tags/tag19.xml><?xml version="1.0" encoding="utf-8"?>
<p:tagLst xmlns:a="http://schemas.openxmlformats.org/drawingml/2006/main" xmlns:r="http://schemas.openxmlformats.org/officeDocument/2006/relationships" xmlns:p="http://schemas.openxmlformats.org/presentationml/2006/main">
  <p:tag name="GEVCATEGORY" val="Content"/>
  <p:tag name="GEVCONTENTTYPE" val="two-third"/>
  <p:tag name="GEVPURPOSE" val="Primary 2/3 + secondary 1/3 split."/>
  <p:tag name="GEVDENSITY" val="Main content left; supporting note right."/>
  <p:tag name="GEVPROMPTREADY" val="false"/>
</p:tagLst>
</file>

<file path=ppt/tags/tag20.xml><?xml version="1.0" encoding="utf-8"?>
<p:tagLst xmlns:a="http://schemas.openxmlformats.org/drawingml/2006/main" xmlns:r="http://schemas.openxmlformats.org/officeDocument/2006/relationships" xmlns:p="http://schemas.openxmlformats.org/presentationml/2006/main">
  <p:tag name="GEVCATEGORY" val="Content"/>
  <p:tag name="GEVCONTENTTYPE" val="photo-bg"/>
  <p:tag name="GEVPURPOSE" val="Full photo background with overlay text."/>
  <p:tag name="GEVDENSITY" val="Keep text short for contrast. &lt;= 3 lines."/>
  <p:tag name="GEVPROMPTREADY" val="false"/>
</p:tagLst>
</file>

<file path=ppt/tags/tag21.xml><?xml version="1.0" encoding="utf-8"?>
<p:tagLst xmlns:a="http://schemas.openxmlformats.org/drawingml/2006/main" xmlns:r="http://schemas.openxmlformats.org/officeDocument/2006/relationships" xmlns:p="http://schemas.openxmlformats.org/presentationml/2006/main">
  <p:tag name="GEVCATEGORY" val="Content"/>
  <p:tag name="GEVCONTENTTYPE" val="boxed"/>
  <p:tag name="GEVPURPOSE" val="Boxed / carded content."/>
  <p:tag name="GEVDENSITY" val="One idea per box. Header + &lt;= 3 bullets each."/>
  <p:tag name="GEVPROMPTREADY" val="false"/>
</p:tagLst>
</file>

<file path=ppt/tags/tag22.xml><?xml version="1.0" encoding="utf-8"?>
<p:tagLst xmlns:a="http://schemas.openxmlformats.org/drawingml/2006/main" xmlns:r="http://schemas.openxmlformats.org/officeDocument/2006/relationships" xmlns:p="http://schemas.openxmlformats.org/presentationml/2006/main">
  <p:tag name="GEVCATEGORY" val="Content"/>
  <p:tag name="GEVCONTENTTYPE" val="boxed"/>
  <p:tag name="GEVPURPOSE" val="Boxed / carded content."/>
  <p:tag name="GEVDENSITY" val="One idea per box. Header + &lt;= 3 bullets each."/>
  <p:tag name="GEVPROMPTREADY" val="false"/>
</p:tagLst>
</file>

<file path=ppt/tags/tag23.xml><?xml version="1.0" encoding="utf-8"?>
<p:tagLst xmlns:a="http://schemas.openxmlformats.org/drawingml/2006/main" xmlns:r="http://schemas.openxmlformats.org/officeDocument/2006/relationships" xmlns:p="http://schemas.openxmlformats.org/presentationml/2006/main">
  <p:tag name="GEVCATEGORY" val="Content"/>
  <p:tag name="GEVCONTENTTYPE" val="boxed"/>
  <p:tag name="GEVPURPOSE" val="Boxed / carded content."/>
  <p:tag name="GEVDENSITY" val="One idea per box. Header + &lt;= 3 bullets each."/>
  <p:tag name="GEVPROMPTREADY" val="false"/>
</p:tagLst>
</file>

<file path=ppt/tags/tag24.xml><?xml version="1.0" encoding="utf-8"?>
<p:tagLst xmlns:a="http://schemas.openxmlformats.org/drawingml/2006/main" xmlns:r="http://schemas.openxmlformats.org/officeDocument/2006/relationships" xmlns:p="http://schemas.openxmlformats.org/presentationml/2006/main">
  <p:tag name="GEVCATEGORY" val="Content"/>
  <p:tag name="GEVCONTENTTYPE" val="boxed"/>
  <p:tag name="GEVPURPOSE" val="Boxed / carded content."/>
  <p:tag name="GEVDENSITY" val="One idea per box. Header + &lt;= 3 bullets each."/>
  <p:tag name="GEVPROMPTREADY" val="false"/>
</p:tagLst>
</file>

<file path=ppt/tags/tag25.xml><?xml version="1.0" encoding="utf-8"?>
<p:tagLst xmlns:a="http://schemas.openxmlformats.org/drawingml/2006/main" xmlns:r="http://schemas.openxmlformats.org/officeDocument/2006/relationships" xmlns:p="http://schemas.openxmlformats.org/presentationml/2006/main">
  <p:tag name="GEVCATEGORY" val="Content"/>
  <p:tag name="GEVCONTENTTYPE" val="boxed"/>
  <p:tag name="GEVPURPOSE" val="Boxed / carded content."/>
  <p:tag name="GEVDENSITY" val="One idea per box. Header + &lt;= 3 bullets each."/>
  <p:tag name="GEVPROMPTREADY" val="false"/>
</p:tagLst>
</file>

<file path=ppt/tags/tag26.xml><?xml version="1.0" encoding="utf-8"?>
<p:tagLst xmlns:a="http://schemas.openxmlformats.org/drawingml/2006/main" xmlns:r="http://schemas.openxmlformats.org/officeDocument/2006/relationships" xmlns:p="http://schemas.openxmlformats.org/presentationml/2006/main">
  <p:tag name="GEVCATEGORY" val="Divider"/>
  <p:tag name="GEVCONTENTTYPE" val="divider"/>
  <p:tag name="GEVPURPOSE" val="Divider between sections."/>
  <p:tag name="GEVDENSITY" val="Title only (optional short label). No body content."/>
  <p:tag name="GEVPROMPTREADY" val="false"/>
</p:tagLst>
</file>

<file path=ppt/tags/tag27.xml><?xml version="1.0" encoding="utf-8"?>
<p:tagLst xmlns:a="http://schemas.openxmlformats.org/drawingml/2006/main" xmlns:r="http://schemas.openxmlformats.org/officeDocument/2006/relationships" xmlns:p="http://schemas.openxmlformats.org/presentationml/2006/main">
  <p:tag name="GEVCATEGORY" val="Divider"/>
  <p:tag name="GEVCONTENTTYPE" val="divider"/>
  <p:tag name="GEVPURPOSE" val="Divider between sections."/>
  <p:tag name="GEVDENSITY" val="Title only (optional short label). No body content."/>
  <p:tag name="GEVPROMPTREADY" val="false"/>
</p:tagLst>
</file>

<file path=ppt/tags/tag28.xml><?xml version="1.0" encoding="utf-8"?>
<p:tagLst xmlns:a="http://schemas.openxmlformats.org/drawingml/2006/main" xmlns:r="http://schemas.openxmlformats.org/officeDocument/2006/relationships" xmlns:p="http://schemas.openxmlformats.org/presentationml/2006/main">
  <p:tag name="GEVCATEGORY" val="Divider"/>
  <p:tag name="GEVCONTENTTYPE" val="divider"/>
  <p:tag name="GEVPURPOSE" val="Divider between sections."/>
  <p:tag name="GEVDENSITY" val="Title only (optional short label). No body content."/>
  <p:tag name="GEVPROMPTREADY" val="false"/>
</p:tagLst>
</file>

<file path=ppt/tags/tag29.xml><?xml version="1.0" encoding="utf-8"?>
<p:tagLst xmlns:a="http://schemas.openxmlformats.org/drawingml/2006/main" xmlns:r="http://schemas.openxmlformats.org/officeDocument/2006/relationships" xmlns:p="http://schemas.openxmlformats.org/presentationml/2006/main">
  <p:tag name="GEVCATEGORY" val="Divider"/>
  <p:tag name="GEVCONTENTTYPE" val="divider"/>
  <p:tag name="GEVPURPOSE" val="Divider between sections."/>
  <p:tag name="GEVDENSITY" val="Title only (optional short label). No body content."/>
  <p:tag name="GEVPROMPTREADY" val="false"/>
</p:tagLst>
</file>

<file path=ppt/tags/tag30.xml><?xml version="1.0" encoding="utf-8"?>
<p:tagLst xmlns:a="http://schemas.openxmlformats.org/drawingml/2006/main" xmlns:r="http://schemas.openxmlformats.org/officeDocument/2006/relationships" xmlns:p="http://schemas.openxmlformats.org/presentationml/2006/main">
  <p:tag name="GEVCATEGORY" val="Infographic"/>
  <p:tag name="GEVCONTENTTYPE" val="infographic"/>
  <p:tag name="GEVPURPOSE" val="Infographic grid (decorative)."/>
  <p:tag name="GEVDENSITY" val="Replace icons + short labels. Keep labels &lt;= 4 words."/>
  <p:tag name="GEVPROMPTREADY" val="false"/>
</p:tagLst>
</file>

<file path=ppt/tags/tag31.xml><?xml version="1.0" encoding="utf-8"?>
<p:tagLst xmlns:a="http://schemas.openxmlformats.org/drawingml/2006/main" xmlns:r="http://schemas.openxmlformats.org/officeDocument/2006/relationships" xmlns:p="http://schemas.openxmlformats.org/presentationml/2006/main">
  <p:tag name="GEVCATEGORY" val="Infographic"/>
  <p:tag name="GEVCONTENTTYPE" val="infographic"/>
  <p:tag name="GEVPURPOSE" val="Infographic grid (decorative)."/>
  <p:tag name="GEVDENSITY" val="Replace icons + short labels. Keep labels &lt;= 4 words."/>
  <p:tag name="GEVPROMPTREADY" val="false"/>
</p:tagLst>
</file>

<file path=ppt/tags/tag32.xml><?xml version="1.0" encoding="utf-8"?>
<p:tagLst xmlns:a="http://schemas.openxmlformats.org/drawingml/2006/main" xmlns:r="http://schemas.openxmlformats.org/officeDocument/2006/relationships" xmlns:p="http://schemas.openxmlformats.org/presentationml/2006/main">
  <p:tag name="GEVCATEGORY" val="Team"/>
  <p:tag name="GEVCONTENTTYPE" val="team"/>
  <p:tag name="GEVPURPOSE" val="Team / presenter photos."/>
  <p:tag name="GEVDENSITY" val="Photo + name + role per person. Role &lt;= 6 words."/>
  <p:tag name="GEVPROMPTREADY" val="false"/>
</p:tagLst>
</file>

<file path=ppt/tags/tag33.xml><?xml version="1.0" encoding="utf-8"?>
<p:tagLst xmlns:a="http://schemas.openxmlformats.org/drawingml/2006/main" xmlns:r="http://schemas.openxmlformats.org/officeDocument/2006/relationships" xmlns:p="http://schemas.openxmlformats.org/presentationml/2006/main">
  <p:tag name="GEVCATEGORY" val="Media"/>
  <p:tag name="GEVCONTENTTYPE" val="media-right"/>
  <p:tag name="GEVPURPOSE" val="Text left, image right."/>
  <p:tag name="GEVDENSITY" val="Max 4 bullets. Let the image carry weight."/>
  <p:tag name="GEVPROMPTREADY" val="false"/>
</p:tagLst>
</file>

<file path=ppt/tags/tag34.xml><?xml version="1.0" encoding="utf-8"?>
<p:tagLst xmlns:a="http://schemas.openxmlformats.org/drawingml/2006/main" xmlns:r="http://schemas.openxmlformats.org/officeDocument/2006/relationships" xmlns:p="http://schemas.openxmlformats.org/presentationml/2006/main">
  <p:tag name="GEVCATEGORY" val="Media"/>
  <p:tag name="GEVCONTENTTYPE" val="media-left"/>
  <p:tag name="GEVPURPOSE" val="Image left, text right."/>
  <p:tag name="GEVDENSITY" val="Max 4 bullets. Let the image carry weight."/>
  <p:tag name="GEVPROMPTREADY" val="false"/>
</p:tagLst>
</file>

<file path=ppt/tags/tag35.xml><?xml version="1.0" encoding="utf-8"?>
<p:tagLst xmlns:a="http://schemas.openxmlformats.org/drawingml/2006/main" xmlns:r="http://schemas.openxmlformats.org/officeDocument/2006/relationships" xmlns:p="http://schemas.openxmlformats.org/presentationml/2006/main">
  <p:tag name="GEVCATEGORY" val="Media"/>
  <p:tag name="GEVCONTENTTYPE" val="media-full"/>
  <p:tag name="GEVPURPOSE" val="Full-bleed image with caption."/>
  <p:tag name="GEVDENSITY" val="Caption &lt;= 12 words."/>
  <p:tag name="GEVPROMPTREADY" val="false"/>
</p:tagLst>
</file>

<file path=ppt/tags/tag36.xml><?xml version="1.0" encoding="utf-8"?>
<p:tagLst xmlns:a="http://schemas.openxmlformats.org/drawingml/2006/main" xmlns:r="http://schemas.openxmlformats.org/officeDocument/2006/relationships" xmlns:p="http://schemas.openxmlformats.org/presentationml/2006/main">
  <p:tag name="GEVCATEGORY" val="Compare"/>
  <p:tag name="GEVCONTENTTYPE" val="compare"/>
  <p:tag name="GEVPURPOSE" val="Side-by-side comparison."/>
  <p:tag name="GEVDENSITY" val="Same number of points each side. &lt;= 4 per side."/>
  <p:tag name="GEVPROMPTREADY" val="false"/>
</p:tagLst>
</file>

<file path=ppt/tags/tag37.xml><?xml version="1.0" encoding="utf-8"?>
<p:tagLst xmlns:a="http://schemas.openxmlformats.org/drawingml/2006/main" xmlns:r="http://schemas.openxmlformats.org/officeDocument/2006/relationships" xmlns:p="http://schemas.openxmlformats.org/presentationml/2006/main">
  <p:tag name="GEVCATEGORY" val="Compare"/>
  <p:tag name="GEVCONTENTTYPE" val="compare"/>
  <p:tag name="GEVPURPOSE" val="Side-by-side comparison."/>
  <p:tag name="GEVDENSITY" val="Same number of points each side. &lt;= 4 per side."/>
  <p:tag name="GEVPROMPTREADY" val="false"/>
</p:tagLst>
</file>

<file path=ppt/tags/tag38.xml><?xml version="1.0" encoding="utf-8"?>
<p:tagLst xmlns:a="http://schemas.openxmlformats.org/drawingml/2006/main" xmlns:r="http://schemas.openxmlformats.org/officeDocument/2006/relationships" xmlns:p="http://schemas.openxmlformats.org/presentationml/2006/main">
  <p:tag name="GEVCATEGORY" val="Quote"/>
  <p:tag name="GEVCONTENTTYPE" val="quote"/>
  <p:tag name="GEVPURPOSE" val="Single quote or statement."/>
  <p:tag name="GEVDENSITY" val="One statement, &lt;= 30 words. Attribute the source."/>
  <p:tag name="GEVPROMPTREADY" val="false"/>
</p:tagLst>
</file>

<file path=ppt/tags/tag39.xml><?xml version="1.0" encoding="utf-8"?>
<p:tagLst xmlns:a="http://schemas.openxmlformats.org/drawingml/2006/main" xmlns:r="http://schemas.openxmlformats.org/officeDocument/2006/relationships" xmlns:p="http://schemas.openxmlformats.org/presentationml/2006/main">
  <p:tag name="GEVCATEGORY" val="Quote"/>
  <p:tag name="GEVCONTENTTYPE" val="quote"/>
  <p:tag name="GEVPURPOSE" val="Single quote or statement."/>
  <p:tag name="GEVDENSITY" val="One statement, &lt;= 30 words. Attribute the source."/>
  <p:tag name="GEVPROMPTREADY" val="false"/>
</p:tagLst>
</file>

<file path=ppt/tags/tag40.xml><?xml version="1.0" encoding="utf-8"?>
<p:tagLst xmlns:a="http://schemas.openxmlformats.org/drawingml/2006/main" xmlns:r="http://schemas.openxmlformats.org/officeDocument/2006/relationships" xmlns:p="http://schemas.openxmlformats.org/presentationml/2006/main">
  <p:tag name="GEVCATEGORY" val="Stats"/>
  <p:tag name="GEVCONTENTTYPE" val="stat3"/>
  <p:tag name="GEVPURPOSE" val="Three headline statistics."/>
  <p:tag name="GEVDENSITY" val="Big number + &lt;= 6-word label each. Max 3 stats."/>
  <p:tag name="GEVPROMPTREADY" val="false"/>
</p:tagLst>
</file>

<file path=ppt/tags/tag41.xml><?xml version="1.0" encoding="utf-8"?>
<p:tagLst xmlns:a="http://schemas.openxmlformats.org/drawingml/2006/main" xmlns:r="http://schemas.openxmlformats.org/officeDocument/2006/relationships" xmlns:p="http://schemas.openxmlformats.org/presentationml/2006/main">
  <p:tag name="GEVCATEGORY" val="Stats"/>
  <p:tag name="GEVCONTENTTYPE" val="stat3"/>
  <p:tag name="GEVPURPOSE" val="Three headline statistics."/>
  <p:tag name="GEVDENSITY" val="Big number + &lt;= 6-word label each. Max 3 stats."/>
  <p:tag name="GEVPROMPTREADY" val="false"/>
</p:tagLst>
</file>

<file path=ppt/tags/tag42.xml><?xml version="1.0" encoding="utf-8"?>
<p:tagLst xmlns:a="http://schemas.openxmlformats.org/drawingml/2006/main" xmlns:r="http://schemas.openxmlformats.org/officeDocument/2006/relationships" xmlns:p="http://schemas.openxmlformats.org/presentationml/2006/main">
  <p:tag name="GEVCATEGORY" val="Stats"/>
  <p:tag name="GEVCONTENTTYPE" val="stat-med"/>
  <p:tag name="GEVPURPOSE" val="Medium stat with supporting image."/>
  <p:tag name="GEVDENSITY" val="One number + short context line."/>
  <p:tag name="GEVPROMPTREADY" val="false"/>
</p:tagLst>
</file>

<file path=ppt/tags/tag43.xml><?xml version="1.0" encoding="utf-8"?>
<p:tagLst xmlns:a="http://schemas.openxmlformats.org/drawingml/2006/main" xmlns:r="http://schemas.openxmlformats.org/officeDocument/2006/relationships" xmlns:p="http://schemas.openxmlformats.org/presentationml/2006/main">
  <p:tag name="GEVCATEGORY" val="Stats"/>
  <p:tag name="GEVCONTENTTYPE" val="stat-med"/>
  <p:tag name="GEVPURPOSE" val="Medium stat with supporting image."/>
  <p:tag name="GEVDENSITY" val="One number + short context line."/>
  <p:tag name="GEVPROMPTREADY" val="false"/>
</p:tagLst>
</file>

<file path=ppt/tags/tag44.xml><?xml version="1.0" encoding="utf-8"?>
<p:tagLst xmlns:a="http://schemas.openxmlformats.org/drawingml/2006/main" xmlns:r="http://schemas.openxmlformats.org/officeDocument/2006/relationships" xmlns:p="http://schemas.openxmlformats.org/presentationml/2006/main">
  <p:tag name="GEVCATEGORY" val="Stats"/>
  <p:tag name="GEVCONTENTTYPE" val="stat-large"/>
  <p:tag name="GEVPURPOSE" val="One large headline statistic."/>
  <p:tag name="GEVDENSITY" val="Single big number + &lt;= 6-word label."/>
  <p:tag name="GEVPROMPTREADY" val="false"/>
</p:tagLst>
</file>

<file path=ppt/tags/tag45.xml><?xml version="1.0" encoding="utf-8"?>
<p:tagLst xmlns:a="http://schemas.openxmlformats.org/drawingml/2006/main" xmlns:r="http://schemas.openxmlformats.org/officeDocument/2006/relationships" xmlns:p="http://schemas.openxmlformats.org/presentationml/2006/main">
  <p:tag name="GEVCATEGORY" val="Stats"/>
  <p:tag name="GEVCONTENTTYPE" val="stat-large"/>
  <p:tag name="GEVPURPOSE" val="One large headline statistic."/>
  <p:tag name="GEVDENSITY" val="Single big number + &lt;= 6-word label."/>
  <p:tag name="GEVPROMPTREADY" val="false"/>
</p:tagLst>
</file>

<file path=ppt/tags/tag46.xml><?xml version="1.0" encoding="utf-8"?>
<p:tagLst xmlns:a="http://schemas.openxmlformats.org/drawingml/2006/main" xmlns:r="http://schemas.openxmlformats.org/officeDocument/2006/relationships" xmlns:p="http://schemas.openxmlformats.org/presentationml/2006/main">
  <p:tag name="GEVCATEGORY" val="Closing"/>
  <p:tag name="GEVCONTENTTYPE" val="closing"/>
  <p:tag name="GEVPURPOSE" val="Closing / sign-off slide."/>
  <p:tag name="GEVDENSITY" val="Thank-you or contact. Keep minimal."/>
  <p:tag name="GEVPROMPTREADY" val="false"/>
</p:tagLst>
</file>

<file path=ppt/tags/tag47.xml><?xml version="1.0" encoding="utf-8"?>
<p:tagLst xmlns:a="http://schemas.openxmlformats.org/drawingml/2006/main" xmlns:r="http://schemas.openxmlformats.org/officeDocument/2006/relationships" xmlns:p="http://schemas.openxmlformats.org/presentationml/2006/main">
  <p:tag name="GEVCATEGORY" val="Closing"/>
  <p:tag name="GEVCONTENTTYPE" val="closing"/>
  <p:tag name="GEVPURPOSE" val="Closing / sign-off slide."/>
  <p:tag name="GEVDENSITY" val="Thank-you or contact. Keep minimal."/>
  <p:tag name="GEVPROMPTREADY" val="false"/>
</p:tagLst>
</file>

<file path=ppt/tags/tag48.xml><?xml version="1.0" encoding="utf-8"?>
<p:tagLst xmlns:a="http://schemas.openxmlformats.org/drawingml/2006/main" xmlns:r="http://schemas.openxmlformats.org/officeDocument/2006/relationships" xmlns:p="http://schemas.openxmlformats.org/presentationml/2006/main">
  <p:tag name="GEVCATEGORY" val="Prompt"/>
  <p:tag name="GEVCONTENTTYPE" val="prompt-structure"/>
  <p:tag name="GEVPURPOSE" val="Prompt scaffold: Context / Task / Output."/>
  <p:tag name="GEVDENSITY" val="One clear instruction per box. &lt;= 3 lines each."/>
  <p:tag name="GEVPROMPTREADY" val="true"/>
</p:tagLst>
</file>

<file path=ppt/tags/tag49.xml><?xml version="1.0" encoding="utf-8"?>
<p:tagLst xmlns:a="http://schemas.openxmlformats.org/drawingml/2006/main" xmlns:r="http://schemas.openxmlformats.org/officeDocument/2006/relationships" xmlns:p="http://schemas.openxmlformats.org/presentationml/2006/main">
  <p:tag name="GEVCATEGORY" val="Prompt"/>
  <p:tag name="GEVCONTENTTYPE" val="prompt-ba"/>
  <p:tag name="GEVPURPOSE" val="Before / After prompt comparison."/>
  <p:tag name="GEVDENSITY" val="Weak prompt left, improved prompt right."/>
  <p:tag name="GEVPROMPTREADY" val="true"/>
</p:tagLst>
</file>

<file path=ppt/tags/tag50.xml><?xml version="1.0" encoding="utf-8"?>
<p:tagLst xmlns:a="http://schemas.openxmlformats.org/drawingml/2006/main" xmlns:r="http://schemas.openxmlformats.org/officeDocument/2006/relationships" xmlns:p="http://schemas.openxmlformats.org/presentationml/2006/main">
  <p:tag name="GEVCATEGORY" val="Workflow"/>
  <p:tag name="GEVCONTENTTYPE" val="workflow-3step"/>
  <p:tag name="GEVPURPOSE" val="Three-step process / workflow."/>
  <p:tag name="GEVDENSITY" val="One action per step. Verb-first, &lt;= 8 words."/>
  <p:tag name="GEVPROMPTREADY" val="true"/>
</p:tagLst>
</file>

<file path=ppt/tags/tag51.xml><?xml version="1.0" encoding="utf-8"?>
<p:tagLst xmlns:a="http://schemas.openxmlformats.org/drawingml/2006/main" xmlns:r="http://schemas.openxmlformats.org/officeDocument/2006/relationships" xmlns:p="http://schemas.openxmlformats.org/presentationml/2006/main">
  <p:tag name="GEVCATEGORY" val="Workflow"/>
  <p:tag name="GEVCONTENTTYPE" val="workflow-decision"/>
  <p:tag name="GEVPURPOSE" val="Decision framework / branches."/>
  <p:tag name="GEVDENSITY" val="One condition or option per box. Keep parallel."/>
  <p:tag name="GEVPROMPTREADY" val="true"/>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GE Vernova">
  <a:themeElements>
    <a:clrScheme name="GE Vernova 3/14/24">
      <a:dk1>
        <a:srgbClr val="005E60"/>
      </a:dk1>
      <a:lt1>
        <a:srgbClr val="FFFFFF"/>
      </a:lt1>
      <a:dk2>
        <a:srgbClr val="212121"/>
      </a:dk2>
      <a:lt2>
        <a:srgbClr val="C8FF08"/>
      </a:lt2>
      <a:accent1>
        <a:srgbClr val="004745"/>
      </a:accent1>
      <a:accent2>
        <a:srgbClr val="E3E3E3"/>
      </a:accent2>
      <a:accent3>
        <a:srgbClr val="CCCCCC"/>
      </a:accent3>
      <a:accent4>
        <a:srgbClr val="696969"/>
      </a:accent4>
      <a:accent5>
        <a:srgbClr val="484848"/>
      </a:accent5>
      <a:accent6>
        <a:srgbClr val="458A8A"/>
      </a:accent6>
      <a:hlink>
        <a:srgbClr val="2176FF"/>
      </a:hlink>
      <a:folHlink>
        <a:srgbClr val="3E9E00"/>
      </a:folHlink>
    </a:clrScheme>
    <a:fontScheme name="GEV Custom">
      <a:majorFont>
        <a:latin typeface="Inter Semi Bold"/>
        <a:ea typeface=""/>
        <a:cs typeface=""/>
      </a:majorFont>
      <a:minorFont>
        <a:latin typeface="Inter"/>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t" anchorCtr="0"/>
      <a:lstStyle>
        <a:defPPr algn="l">
          <a:spcAft>
            <a:spcPts val="600"/>
          </a:spcAft>
          <a:defRPr>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bg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spcAft>
            <a:spcPts val="600"/>
          </a:spcAft>
          <a:defRPr/>
        </a:defPPr>
      </a:lstStyle>
    </a:txDef>
  </a:objectDefaults>
  <a:extraClrSchemeLst/>
  <a:custClrLst>
    <a:custClr name="Dark Evergreen">
      <a:srgbClr val="004745"/>
    </a:custClr>
    <a:custClr name="Evergreen Tint 1">
      <a:srgbClr val="458A8A"/>
    </a:custClr>
    <a:custClr name="Evergreen Tint 2">
      <a:srgbClr val="96BDBD"/>
    </a:custClr>
    <a:custClr name="Evergreen Tint 1">
      <a:srgbClr val="C7DBDB"/>
    </a:custClr>
    <a:custClr name="Dark Sky">
      <a:srgbClr val="2176FF"/>
    </a:custClr>
    <a:custClr name="Sky">
      <a:srgbClr val="5FB7FF"/>
    </a:custClr>
    <a:custClr name="Dark Forest">
      <a:srgbClr val="3E9E00"/>
    </a:custClr>
    <a:custClr name="Forest">
      <a:srgbClr val="7BDD3C"/>
    </a:custClr>
    <a:custClr name="Dark Earth">
      <a:srgbClr val="4A2419"/>
    </a:custClr>
    <a:custClr name="Earth">
      <a:srgbClr val="774936"/>
    </a:custClr>
  </a:custClrLst>
  <a:extLst>
    <a:ext uri="{05A4C25C-085E-4340-85A3-A5531E510DB2}">
      <thm15:themeFamily xmlns:thm15="http://schemas.microsoft.com/office/thememl/2012/main" name="GEV Copilot Template.potx" id="{837810ED-FCBD-4789-BFDA-341C04B644FE}" vid="{9D019A25-586E-4739-946B-DE1A99D46AB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E3DF0581A9C67B46B310C764E0F2323B" ma:contentTypeVersion="3" ma:contentTypeDescription="Create a new document." ma:contentTypeScope="" ma:versionID="7de22043b5b5c7aa72ccfed33adda3c2">
  <xsd:schema xmlns:xsd="http://www.w3.org/2001/XMLSchema" xmlns:xs="http://www.w3.org/2001/XMLSchema" xmlns:p="http://schemas.microsoft.com/office/2006/metadata/properties" xmlns:ns2="ca66da7d-5aa0-4c1f-b876-dda415a48504" targetNamespace="http://schemas.microsoft.com/office/2006/metadata/properties" ma:root="true" ma:fieldsID="d212ce0db9c4b8ac13d2f4206afc8835" ns2:_="">
    <xsd:import namespace="ca66da7d-5aa0-4c1f-b876-dda415a48504"/>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a66da7d-5aa0-4c1f-b876-dda415a4850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DE64E55-0318-435E-9885-1C7A491FCFD5}">
  <ds:schemaRefs>
    <ds:schemaRef ds:uri="http://schemas.microsoft.com/sharepoint/v3/contenttype/forms"/>
  </ds:schemaRefs>
</ds:datastoreItem>
</file>

<file path=customXml/itemProps2.xml><?xml version="1.0" encoding="utf-8"?>
<ds:datastoreItem xmlns:ds="http://schemas.openxmlformats.org/officeDocument/2006/customXml" ds:itemID="{C6A31001-A973-48D3-BF92-E4BBE4C78C38}">
  <ds:schemaRefs>
    <ds:schemaRef ds:uri="http://purl.org/dc/elements/1.1/"/>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purl.org/dc/terms/"/>
    <ds:schemaRef ds:uri="02d12187-754c-41a9-9e93-c3e1cfacc155"/>
    <ds:schemaRef ds:uri="http://www.w3.org/XML/1998/namespace"/>
    <ds:schemaRef ds:uri="b402df0d-8178-4802-b8b9-ef402e68d744"/>
    <ds:schemaRef ds:uri="660f4d75-da08-481c-93a0-a5d59f6ee71c"/>
    <ds:schemaRef ds:uri="http://purl.org/dc/dcmitype/"/>
  </ds:schemaRefs>
</ds:datastoreItem>
</file>

<file path=customXml/itemProps3.xml><?xml version="1.0" encoding="utf-8"?>
<ds:datastoreItem xmlns:ds="http://schemas.openxmlformats.org/officeDocument/2006/customXml" ds:itemID="{0DCF63F6-40B6-48A8-982E-2BF15F18CB9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a66da7d-5aa0-4c1f-b876-dda415a4850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15ccb6d1-d335-4996-b6f9-7b6925f08121}" enabled="0" method="" siteId="{15ccb6d1-d335-4996-b6f9-7b6925f08121}" removed="1"/>
  <clbl:label id="{f42aa342-8706-4288-bd11-ebb85995028c}"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emplate>GEV Copilot Template</Template>
  <TotalTime>0</TotalTime>
  <Words>842</Words>
  <Application>Microsoft Office PowerPoint</Application>
  <PresentationFormat>Widescreen</PresentationFormat>
  <Paragraphs>101</Paragraphs>
  <Slides>8</Slides>
  <Notes>0</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8</vt:i4>
      </vt:variant>
    </vt:vector>
  </HeadingPairs>
  <TitlesOfParts>
    <vt:vector size="16" baseType="lpstr">
      <vt:lpstr>Calibri</vt:lpstr>
      <vt:lpstr>Inter Semi Bold</vt:lpstr>
      <vt:lpstr>Inter</vt:lpstr>
      <vt:lpstr>Arial</vt:lpstr>
      <vt:lpstr>Sons Condensed Extrabold</vt:lpstr>
      <vt:lpstr>Wingdings</vt:lpstr>
      <vt:lpstr>GE Vernova</vt:lpstr>
      <vt:lpstr>think-cell Slide</vt:lpstr>
      <vt:lpstr>200MW Round-the-clock power plant</vt:lpstr>
      <vt:lpstr>REVISIONS</vt:lpstr>
      <vt:lpstr>DISCLAIMER NOTICE </vt:lpstr>
      <vt:lpstr>Hybrid Power Plant for 200MW Round-the-Clock Load</vt:lpstr>
      <vt:lpstr>Model Assumptions </vt:lpstr>
      <vt:lpstr>LCOE vs. Plant Load Compliance</vt:lpstr>
      <vt:lpstr>LCOE vs. Carbon Free Energy %</vt:lpstr>
      <vt:lpstr>Renewable Only Configuration with 100% Load Compliance</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Yan, Martin (GE Vernova)</dc:creator>
  <cp:keywords/>
  <dc:description/>
  <cp:lastModifiedBy>Yan, Martin (GE Vernova)</cp:lastModifiedBy>
  <cp:revision>2</cp:revision>
  <dcterms:created xsi:type="dcterms:W3CDTF">2026-10-10T03:24:32Z</dcterms:created>
  <dcterms:modified xsi:type="dcterms:W3CDTF">2026-10-16T19:53:53Z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0x010100E3DF0581A9C67B46B310C764E0F2323B</vt:lpwstr>
  </property>
</Properties>
</file>