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2"/>
    <p:restoredTop sz="94668"/>
  </p:normalViewPr>
  <p:slideViewPr>
    <p:cSldViewPr snapToGrid="0">
      <p:cViewPr>
        <p:scale>
          <a:sx n="110" d="100"/>
          <a:sy n="110" d="100"/>
        </p:scale>
        <p:origin x="-120" y="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AEFA-0911-58A9-94E6-A6F340E4A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E4E94-A953-F3D8-3CE9-02789EE74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A3CEF-E29A-3D39-68A6-42BF60212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C2606-0BB0-7E43-A671-63A5873D8861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4979A-AEFB-4196-B78E-5E9FFD693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2A493-0947-5004-C86D-2BE7C9A9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4137-841F-0943-B5F2-D78EC3BB7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2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A2C3-98A1-8C45-198D-2DC3D6D5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62181-F6F3-2C81-82A8-6D8A8A257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BE07F-B580-DBCE-548F-6876A4F8C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C2606-0BB0-7E43-A671-63A5873D8861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90B2C-9562-C8B1-6D06-77595343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327A2-BB6B-2902-8C3D-FBE1A1C0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4137-841F-0943-B5F2-D78EC3BB7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1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296D8-ADEB-EF71-50BC-16AB96346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12958-EECE-8B89-5B24-FB292E450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13384-3B9E-5AEF-ACA4-88255C511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C2606-0BB0-7E43-A671-63A5873D8861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D5B12-1C92-2404-8A39-19780625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D9795-1789-2777-036E-B0E7DC62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4137-841F-0943-B5F2-D78EC3BB7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07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AA7A-8685-54B7-E3A3-F9AD5C3F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5B0F3-7E05-CFFC-9799-F5684660D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3A3BD-3EEB-501E-ED52-754A75EA8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ADC-EB21-4DF5-8080-F83A07373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C2606-0BB0-7E43-A671-63A5873D8861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19F76-67A9-2508-153D-66A6F914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489CD-9FB2-15D6-FFB8-488E9584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4137-841F-0943-B5F2-D78EC3BB7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02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C0AE-B23D-BC08-FE38-1A26FDDC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B6177-D193-B9B4-A4CF-FECEC7038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FB2A1-FC48-FF8D-033F-047B62012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6D3C24-AD57-F2D4-4136-E3D77BC2C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6D0C81-D1F2-E89B-D220-C10224971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AC9C79-FEB9-650F-52A2-74441023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C2606-0BB0-7E43-A671-63A5873D8861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10F907-9D0A-2E23-09A1-548F4DDF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D5D257-C0A3-A1D1-3AD0-D7BEEBCC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4137-841F-0943-B5F2-D78EC3BB7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3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040A9-7DBA-EC8A-ED66-EA5286AF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3240D-6FCA-2F65-B2E7-101A5D00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C2606-0BB0-7E43-A671-63A5873D8861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1687E-BD22-BE17-96BE-896EC745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3ECC4-964C-D5FC-DC45-EF94B546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4137-841F-0943-B5F2-D78EC3BB7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CF51E8-ADFF-0BDF-8443-197B7EA5A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C2606-0BB0-7E43-A671-63A5873D8861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3D621A-260E-1A17-2F56-9C6C056E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9468B-B10A-F2DF-EF66-95EA07BC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4137-841F-0943-B5F2-D78EC3BB7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0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97AF-BD58-4165-74B4-E863DEB94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C94DC-C0F1-1B0A-0D00-1836F9F7F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62B5F-BA6C-55D6-E917-FF417B407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B33AF-8B10-A64A-0885-0CF1507DC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C2606-0BB0-7E43-A671-63A5873D8861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9CDB2-1C65-4584-7153-BB202F058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991A1-E1DE-E00A-6BA3-59FD681E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4137-841F-0943-B5F2-D78EC3BB7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4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4E97-035C-2CE8-0E4F-BC677851C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CDFA99-09B8-D8BA-FFA0-308798ED7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3CD08-74B8-34DF-AEE8-EFE7F4A0F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71E8E-4252-6DD3-7582-F47188C7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C2606-0BB0-7E43-A671-63A5873D8861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42038-5B9C-909E-F101-9B805665B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C2E8E-94DF-81EE-4B06-9599E173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4137-841F-0943-B5F2-D78EC3BB7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21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B3B55-D3B5-5662-5CA0-CE496FCA8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69EBBA-4608-F736-4720-BADABBD3D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30C93-4E8D-2F65-C9BA-25828F054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C2606-0BB0-7E43-A671-63A5873D8861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0DE7F-7670-1925-43E4-35CCAB77F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8CE86-877B-40E4-7645-946FB5AE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4137-841F-0943-B5F2-D78EC3BB7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04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648D3C-1272-607D-7A98-90C6051F1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1CDC4-1849-A956-0216-C838A527D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855DC-D7CE-A2C0-F082-DF71A02C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C2606-0BB0-7E43-A671-63A5873D8861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7751B-8CB1-88F2-D20D-8E3D7C91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55CE9-F47B-9BB9-5AD4-21E79A5A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44137-841F-0943-B5F2-D78EC3BB7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8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DF59CA-A6C2-F7FB-9354-CD9E92DFF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E6E97-D290-4E1C-6BC1-E84582C9E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DC743-06F4-42AD-7F21-62EFF33F3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9C2606-0BB0-7E43-A671-63A5873D8861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EA502-FCA8-6B5E-283C-942C23A86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9D860-90D5-78DE-DF15-DDB0CCC45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44137-841F-0943-B5F2-D78EC3BB7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14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3AE603F-0372-C881-E4E3-6DCEB9910963}"/>
              </a:ext>
            </a:extLst>
          </p:cNvPr>
          <p:cNvSpPr/>
          <p:nvPr/>
        </p:nvSpPr>
        <p:spPr>
          <a:xfrm>
            <a:off x="1177447" y="1102290"/>
            <a:ext cx="1164920" cy="826718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C6F646-FBEA-30E6-0B82-9597C80E7981}"/>
              </a:ext>
            </a:extLst>
          </p:cNvPr>
          <p:cNvSpPr/>
          <p:nvPr/>
        </p:nvSpPr>
        <p:spPr>
          <a:xfrm>
            <a:off x="1193174" y="4251890"/>
            <a:ext cx="1164920" cy="826718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Load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CD9BCD-FC53-9ED4-5FDE-F9AD884F63AC}"/>
              </a:ext>
            </a:extLst>
          </p:cNvPr>
          <p:cNvSpPr/>
          <p:nvPr/>
        </p:nvSpPr>
        <p:spPr>
          <a:xfrm>
            <a:off x="4232704" y="1102290"/>
            <a:ext cx="1164920" cy="826718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Aero1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085EBD-8837-6946-5620-DF313D6320B7}"/>
              </a:ext>
            </a:extLst>
          </p:cNvPr>
          <p:cNvSpPr/>
          <p:nvPr/>
        </p:nvSpPr>
        <p:spPr>
          <a:xfrm>
            <a:off x="4232704" y="4251890"/>
            <a:ext cx="1164920" cy="826718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Load 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D1A848-2919-5DBB-D3A8-80FB44A99E1D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759907" y="1929008"/>
            <a:ext cx="15727" cy="23228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B79CC0-5D60-C54D-5204-104A0492D3D2}"/>
              </a:ext>
            </a:extLst>
          </p:cNvPr>
          <p:cNvCxnSpPr>
            <a:cxnSpLocks/>
          </p:cNvCxnSpPr>
          <p:nvPr/>
        </p:nvCxnSpPr>
        <p:spPr>
          <a:xfrm>
            <a:off x="1759907" y="3090449"/>
            <a:ext cx="30552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12AD0E-539A-51DB-5B49-3A170B118C9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815164" y="1929008"/>
            <a:ext cx="0" cy="23228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440F8F8-4F13-C02E-56E7-61748B5984E3}"/>
              </a:ext>
            </a:extLst>
          </p:cNvPr>
          <p:cNvSpPr/>
          <p:nvPr/>
        </p:nvSpPr>
        <p:spPr>
          <a:xfrm>
            <a:off x="4664597" y="3429000"/>
            <a:ext cx="300942" cy="29804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8F64AD9-D9C2-06D9-A25C-967FB7CDF871}"/>
              </a:ext>
            </a:extLst>
          </p:cNvPr>
          <p:cNvSpPr/>
          <p:nvPr/>
        </p:nvSpPr>
        <p:spPr>
          <a:xfrm>
            <a:off x="4653022" y="2360704"/>
            <a:ext cx="300942" cy="29804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B68CBA-5118-406D-C6B1-DF3115BEC7B4}"/>
              </a:ext>
            </a:extLst>
          </p:cNvPr>
          <p:cNvSpPr txBox="1"/>
          <p:nvPr/>
        </p:nvSpPr>
        <p:spPr>
          <a:xfrm>
            <a:off x="5072965" y="3429000"/>
            <a:ext cx="950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Touch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3EF506-F4A5-F863-441C-7C6CDE244C6A}"/>
              </a:ext>
            </a:extLst>
          </p:cNvPr>
          <p:cNvSpPr txBox="1"/>
          <p:nvPr/>
        </p:nvSpPr>
        <p:spPr>
          <a:xfrm>
            <a:off x="5088361" y="2360704"/>
            <a:ext cx="950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Touch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0A2EFD-BB6B-429C-54A6-04E025954C89}"/>
              </a:ext>
            </a:extLst>
          </p:cNvPr>
          <p:cNvSpPr txBox="1"/>
          <p:nvPr/>
        </p:nvSpPr>
        <p:spPr>
          <a:xfrm>
            <a:off x="7598675" y="595407"/>
            <a:ext cx="3036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Touch 1 open  - Touch 2 open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723A27-C43F-2155-1D5F-6F9C8E13484F}"/>
              </a:ext>
            </a:extLst>
          </p:cNvPr>
          <p:cNvSpPr txBox="1"/>
          <p:nvPr/>
        </p:nvSpPr>
        <p:spPr>
          <a:xfrm>
            <a:off x="6038429" y="1929008"/>
            <a:ext cx="25460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Touch 1 closed  - Touch 2 open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391A31-C470-9BF9-AC80-C5AA2EC51A2F}"/>
              </a:ext>
            </a:extLst>
          </p:cNvPr>
          <p:cNvSpPr txBox="1"/>
          <p:nvPr/>
        </p:nvSpPr>
        <p:spPr>
          <a:xfrm>
            <a:off x="9436162" y="1929008"/>
            <a:ext cx="2608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Touch 1 Open  - Touch 2 Closed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191438-86F4-8AEF-3654-05EF2D1AC376}"/>
              </a:ext>
            </a:extLst>
          </p:cNvPr>
          <p:cNvSpPr txBox="1"/>
          <p:nvPr/>
        </p:nvSpPr>
        <p:spPr>
          <a:xfrm>
            <a:off x="7601925" y="3727048"/>
            <a:ext cx="340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Touch 1 closed  - Touch 2 Closed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5DDE8E-C440-6BB3-898D-110CE2110A88}"/>
              </a:ext>
            </a:extLst>
          </p:cNvPr>
          <p:cNvSpPr txBox="1"/>
          <p:nvPr/>
        </p:nvSpPr>
        <p:spPr>
          <a:xfrm>
            <a:off x="949498" y="5870716"/>
            <a:ext cx="311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Touch 1 Open  - Touch 2 Open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58136B8-013C-9344-6913-2DB59A4F8608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9116847" y="964739"/>
            <a:ext cx="1103599" cy="928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D91E5DA-D5E2-A8C6-965A-545294FB477E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8036651" y="964739"/>
            <a:ext cx="1080196" cy="928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14B14E6-D89E-C536-F62D-20A3EFE54569}"/>
              </a:ext>
            </a:extLst>
          </p:cNvPr>
          <p:cNvCxnSpPr>
            <a:cxnSpLocks/>
          </p:cNvCxnSpPr>
          <p:nvPr/>
        </p:nvCxnSpPr>
        <p:spPr>
          <a:xfrm>
            <a:off x="7812023" y="2360704"/>
            <a:ext cx="1273009" cy="1217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787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45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Abi-Rached, Habib (GE Vernova)</dc:creator>
  <cp:lastModifiedBy>Abi-Rached, Habib (GE Vernova)</cp:lastModifiedBy>
  <cp:revision>1</cp:revision>
  <dcterms:created xsi:type="dcterms:W3CDTF">2026-09-04T12:33:16Z</dcterms:created>
  <dcterms:modified xsi:type="dcterms:W3CDTF">2026-09-04T16:26:50Z</dcterms:modified>
</cp:coreProperties>
</file>